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58" r:id="rId3"/>
    <p:sldId id="259" r:id="rId4"/>
    <p:sldId id="260" r:id="rId5"/>
    <p:sldId id="261" r:id="rId6"/>
    <p:sldId id="262" r:id="rId7"/>
    <p:sldId id="264" r:id="rId8"/>
    <p:sldId id="263" r:id="rId9"/>
    <p:sldId id="265" r:id="rId10"/>
    <p:sldId id="266" r:id="rId11"/>
    <p:sldId id="268" r:id="rId12"/>
    <p:sldId id="269" r:id="rId13"/>
    <p:sldId id="270" r:id="rId14"/>
    <p:sldId id="271" r:id="rId15"/>
    <p:sldId id="274" r:id="rId16"/>
    <p:sldId id="272" r:id="rId17"/>
    <p:sldId id="273" r:id="rId18"/>
    <p:sldId id="275" r:id="rId19"/>
    <p:sldId id="276" r:id="rId20"/>
    <p:sldId id="278" r:id="rId21"/>
    <p:sldId id="279" r:id="rId22"/>
    <p:sldId id="280" r:id="rId23"/>
    <p:sldId id="281" r:id="rId24"/>
    <p:sldId id="282"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5EECB-F2B3-4BC9-AD3C-DB2884E91307}" v="1655" dt="2026-04-17T22:43:18.7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sh Sachdeva" userId="cf57985431923dfa" providerId="LiveId" clId="{168034EC-5E04-40E6-BBC4-F4034C7FECD9}"/>
    <pc:docChg chg="undo custSel addSld delSld modSld sldOrd">
      <pc:chgData name="Aarsh Sachdeva" userId="cf57985431923dfa" providerId="LiveId" clId="{168034EC-5E04-40E6-BBC4-F4034C7FECD9}" dt="2026-04-17T22:43:18.761" v="14233" actId="20577"/>
      <pc:docMkLst>
        <pc:docMk/>
      </pc:docMkLst>
      <pc:sldChg chg="modSp mod">
        <pc:chgData name="Aarsh Sachdeva" userId="cf57985431923dfa" providerId="LiveId" clId="{168034EC-5E04-40E6-BBC4-F4034C7FECD9}" dt="2026-04-15T22:04:01.675" v="2156" actId="20577"/>
        <pc:sldMkLst>
          <pc:docMk/>
          <pc:sldMk cId="1478628827" sldId="257"/>
        </pc:sldMkLst>
        <pc:spChg chg="mod">
          <ac:chgData name="Aarsh Sachdeva" userId="cf57985431923dfa" providerId="LiveId" clId="{168034EC-5E04-40E6-BBC4-F4034C7FECD9}" dt="2026-04-15T22:04:01.675" v="2156" actId="20577"/>
          <ac:spMkLst>
            <pc:docMk/>
            <pc:sldMk cId="1478628827" sldId="257"/>
            <ac:spMk id="2" creationId="{03B97171-E3E9-FFDF-E8AA-7AB5145BEB43}"/>
          </ac:spMkLst>
        </pc:spChg>
      </pc:sldChg>
      <pc:sldChg chg="modSp mod">
        <pc:chgData name="Aarsh Sachdeva" userId="cf57985431923dfa" providerId="LiveId" clId="{168034EC-5E04-40E6-BBC4-F4034C7FECD9}" dt="2026-04-17T20:43:24.508" v="13691" actId="255"/>
        <pc:sldMkLst>
          <pc:docMk/>
          <pc:sldMk cId="893798758" sldId="258"/>
        </pc:sldMkLst>
        <pc:spChg chg="mod">
          <ac:chgData name="Aarsh Sachdeva" userId="cf57985431923dfa" providerId="LiveId" clId="{168034EC-5E04-40E6-BBC4-F4034C7FECD9}" dt="2026-04-17T20:43:24.508" v="13691" actId="255"/>
          <ac:spMkLst>
            <pc:docMk/>
            <pc:sldMk cId="893798758" sldId="258"/>
            <ac:spMk id="3" creationId="{B259FEA1-0ABF-9F8A-6D5B-1E9CC7B455A4}"/>
          </ac:spMkLst>
        </pc:spChg>
      </pc:sldChg>
      <pc:sldChg chg="addSp delSp modSp mod">
        <pc:chgData name="Aarsh Sachdeva" userId="cf57985431923dfa" providerId="LiveId" clId="{168034EC-5E04-40E6-BBC4-F4034C7FECD9}" dt="2026-04-17T20:42:53.943" v="13688" actId="20577"/>
        <pc:sldMkLst>
          <pc:docMk/>
          <pc:sldMk cId="3537529382" sldId="260"/>
        </pc:sldMkLst>
        <pc:spChg chg="mod">
          <ac:chgData name="Aarsh Sachdeva" userId="cf57985431923dfa" providerId="LiveId" clId="{168034EC-5E04-40E6-BBC4-F4034C7FECD9}" dt="2026-04-17T20:35:57.744" v="13665" actId="120"/>
          <ac:spMkLst>
            <pc:docMk/>
            <pc:sldMk cId="3537529382" sldId="260"/>
            <ac:spMk id="3" creationId="{FA3C1CA3-2F6F-C378-54D3-B981643D8BDC}"/>
          </ac:spMkLst>
        </pc:spChg>
        <pc:spChg chg="mod">
          <ac:chgData name="Aarsh Sachdeva" userId="cf57985431923dfa" providerId="LiveId" clId="{168034EC-5E04-40E6-BBC4-F4034C7FECD9}" dt="2026-04-17T20:36:02.644" v="13666" actId="14100"/>
          <ac:spMkLst>
            <pc:docMk/>
            <pc:sldMk cId="3537529382" sldId="260"/>
            <ac:spMk id="4" creationId="{50F838B8-EDBB-FC8A-178D-B366AAF6B2FD}"/>
          </ac:spMkLst>
        </pc:spChg>
        <pc:spChg chg="mod">
          <ac:chgData name="Aarsh Sachdeva" userId="cf57985431923dfa" providerId="LiveId" clId="{168034EC-5E04-40E6-BBC4-F4034C7FECD9}" dt="2026-04-17T20:36:35.436" v="13673" actId="1076"/>
          <ac:spMkLst>
            <pc:docMk/>
            <pc:sldMk cId="3537529382" sldId="260"/>
            <ac:spMk id="5" creationId="{9D6371D8-CB41-1AD4-4943-F166B8BF7ACA}"/>
          </ac:spMkLst>
        </pc:spChg>
        <pc:spChg chg="mod">
          <ac:chgData name="Aarsh Sachdeva" userId="cf57985431923dfa" providerId="LiveId" clId="{168034EC-5E04-40E6-BBC4-F4034C7FECD9}" dt="2026-04-17T20:36:35.436" v="13673" actId="1076"/>
          <ac:spMkLst>
            <pc:docMk/>
            <pc:sldMk cId="3537529382" sldId="260"/>
            <ac:spMk id="6" creationId="{ED31BB61-18B4-942C-F90C-95ADD1F5CDA2}"/>
          </ac:spMkLst>
        </pc:spChg>
        <pc:spChg chg="add mod">
          <ac:chgData name="Aarsh Sachdeva" userId="cf57985431923dfa" providerId="LiveId" clId="{168034EC-5E04-40E6-BBC4-F4034C7FECD9}" dt="2026-04-17T20:42:30.445" v="13677" actId="20577"/>
          <ac:spMkLst>
            <pc:docMk/>
            <pc:sldMk cId="3537529382" sldId="260"/>
            <ac:spMk id="7" creationId="{8031294E-34AF-604A-153C-C1B0201D7AF9}"/>
          </ac:spMkLst>
        </pc:spChg>
        <pc:spChg chg="mod">
          <ac:chgData name="Aarsh Sachdeva" userId="cf57985431923dfa" providerId="LiveId" clId="{168034EC-5E04-40E6-BBC4-F4034C7FECD9}" dt="2026-04-17T20:36:40.093" v="13674" actId="1076"/>
          <ac:spMkLst>
            <pc:docMk/>
            <pc:sldMk cId="3537529382" sldId="260"/>
            <ac:spMk id="8" creationId="{4AB52D1B-71A0-8F09-ABE3-758ED3A09492}"/>
          </ac:spMkLst>
        </pc:spChg>
        <pc:spChg chg="add mod">
          <ac:chgData name="Aarsh Sachdeva" userId="cf57985431923dfa" providerId="LiveId" clId="{168034EC-5E04-40E6-BBC4-F4034C7FECD9}" dt="2026-04-17T20:42:53.943" v="13688" actId="20577"/>
          <ac:spMkLst>
            <pc:docMk/>
            <pc:sldMk cId="3537529382" sldId="260"/>
            <ac:spMk id="13" creationId="{719D9732-A77B-0B0D-F9B3-29E27CEBD3AD}"/>
          </ac:spMkLst>
        </pc:spChg>
        <pc:picChg chg="add mod">
          <ac:chgData name="Aarsh Sachdeva" userId="cf57985431923dfa" providerId="LiveId" clId="{168034EC-5E04-40E6-BBC4-F4034C7FECD9}" dt="2026-04-17T20:36:14.762" v="13671" actId="14100"/>
          <ac:picMkLst>
            <pc:docMk/>
            <pc:sldMk cId="3537529382" sldId="260"/>
            <ac:picMk id="9" creationId="{D5B0B62F-9E64-F77A-92FB-70F152C7E6AC}"/>
          </ac:picMkLst>
        </pc:picChg>
        <pc:picChg chg="add mod">
          <ac:chgData name="Aarsh Sachdeva" userId="cf57985431923dfa" providerId="LiveId" clId="{168034EC-5E04-40E6-BBC4-F4034C7FECD9}" dt="2026-04-17T20:42:40.214" v="13680" actId="1076"/>
          <ac:picMkLst>
            <pc:docMk/>
            <pc:sldMk cId="3537529382" sldId="260"/>
            <ac:picMk id="11" creationId="{F8302B74-02D2-864B-3A9D-49461DC8D032}"/>
          </ac:picMkLst>
        </pc:picChg>
        <pc:picChg chg="add del">
          <ac:chgData name="Aarsh Sachdeva" userId="cf57985431923dfa" providerId="LiveId" clId="{168034EC-5E04-40E6-BBC4-F4034C7FECD9}" dt="2026-04-17T20:42:34.350" v="13679" actId="22"/>
          <ac:picMkLst>
            <pc:docMk/>
            <pc:sldMk cId="3537529382" sldId="260"/>
            <ac:picMk id="12" creationId="{875570E5-FEEC-8BB7-F63D-71063404488C}"/>
          </ac:picMkLst>
        </pc:picChg>
      </pc:sldChg>
      <pc:sldChg chg="modSp mod">
        <pc:chgData name="Aarsh Sachdeva" userId="cf57985431923dfa" providerId="LiveId" clId="{168034EC-5E04-40E6-BBC4-F4034C7FECD9}" dt="2026-04-15T22:08:31.564" v="2202" actId="20577"/>
        <pc:sldMkLst>
          <pc:docMk/>
          <pc:sldMk cId="633381579" sldId="261"/>
        </pc:sldMkLst>
        <pc:spChg chg="mod">
          <ac:chgData name="Aarsh Sachdeva" userId="cf57985431923dfa" providerId="LiveId" clId="{168034EC-5E04-40E6-BBC4-F4034C7FECD9}" dt="2026-04-15T22:08:31.564" v="2202" actId="20577"/>
          <ac:spMkLst>
            <pc:docMk/>
            <pc:sldMk cId="633381579" sldId="261"/>
            <ac:spMk id="3" creationId="{32FEDB40-EAD3-EA37-1342-D824CE2DD036}"/>
          </ac:spMkLst>
        </pc:spChg>
      </pc:sldChg>
      <pc:sldChg chg="modSp mod">
        <pc:chgData name="Aarsh Sachdeva" userId="cf57985431923dfa" providerId="LiveId" clId="{168034EC-5E04-40E6-BBC4-F4034C7FECD9}" dt="2026-04-15T22:06:46.793" v="2164" actId="20577"/>
        <pc:sldMkLst>
          <pc:docMk/>
          <pc:sldMk cId="2636903109" sldId="262"/>
        </pc:sldMkLst>
        <pc:spChg chg="mod">
          <ac:chgData name="Aarsh Sachdeva" userId="cf57985431923dfa" providerId="LiveId" clId="{168034EC-5E04-40E6-BBC4-F4034C7FECD9}" dt="2026-04-15T22:06:46.793" v="2164" actId="20577"/>
          <ac:spMkLst>
            <pc:docMk/>
            <pc:sldMk cId="2636903109" sldId="262"/>
            <ac:spMk id="3" creationId="{F95918F6-0A05-55C4-932F-FD9A3EAFEC71}"/>
          </ac:spMkLst>
        </pc:spChg>
      </pc:sldChg>
      <pc:sldChg chg="addSp modSp mod ord">
        <pc:chgData name="Aarsh Sachdeva" userId="cf57985431923dfa" providerId="LiveId" clId="{168034EC-5E04-40E6-BBC4-F4034C7FECD9}" dt="2026-04-15T21:22:44.815" v="1520"/>
        <pc:sldMkLst>
          <pc:docMk/>
          <pc:sldMk cId="1550797619" sldId="263"/>
        </pc:sldMkLst>
        <pc:spChg chg="mod">
          <ac:chgData name="Aarsh Sachdeva" userId="cf57985431923dfa" providerId="LiveId" clId="{168034EC-5E04-40E6-BBC4-F4034C7FECD9}" dt="2026-04-15T21:06:00.295" v="804" actId="20577"/>
          <ac:spMkLst>
            <pc:docMk/>
            <pc:sldMk cId="1550797619" sldId="263"/>
            <ac:spMk id="2" creationId="{9CE16834-78B5-D77B-98FF-0C628BF8548E}"/>
          </ac:spMkLst>
        </pc:spChg>
        <pc:spChg chg="mod">
          <ac:chgData name="Aarsh Sachdeva" userId="cf57985431923dfa" providerId="LiveId" clId="{168034EC-5E04-40E6-BBC4-F4034C7FECD9}" dt="2026-04-15T21:21:49.186" v="1517" actId="122"/>
          <ac:spMkLst>
            <pc:docMk/>
            <pc:sldMk cId="1550797619" sldId="263"/>
            <ac:spMk id="3" creationId="{7E8A88C8-D6F5-63B1-905E-304E9A2835B0}"/>
          </ac:spMkLst>
        </pc:spChg>
        <pc:spChg chg="add mod">
          <ac:chgData name="Aarsh Sachdeva" userId="cf57985431923dfa" providerId="LiveId" clId="{168034EC-5E04-40E6-BBC4-F4034C7FECD9}" dt="2026-04-15T21:22:11.823" v="1519" actId="1076"/>
          <ac:spMkLst>
            <pc:docMk/>
            <pc:sldMk cId="1550797619" sldId="263"/>
            <ac:spMk id="4" creationId="{9C35BE0E-3CD6-5FA8-6AFB-57D583D69085}"/>
          </ac:spMkLst>
        </pc:spChg>
        <pc:spChg chg="add mod">
          <ac:chgData name="Aarsh Sachdeva" userId="cf57985431923dfa" providerId="LiveId" clId="{168034EC-5E04-40E6-BBC4-F4034C7FECD9}" dt="2026-04-15T21:21:55.138" v="1518" actId="1076"/>
          <ac:spMkLst>
            <pc:docMk/>
            <pc:sldMk cId="1550797619" sldId="263"/>
            <ac:spMk id="5" creationId="{30C40676-7E42-FAF2-691E-F5616AB85A10}"/>
          </ac:spMkLst>
        </pc:spChg>
        <pc:spChg chg="add mod">
          <ac:chgData name="Aarsh Sachdeva" userId="cf57985431923dfa" providerId="LiveId" clId="{168034EC-5E04-40E6-BBC4-F4034C7FECD9}" dt="2026-04-15T21:21:36.705" v="1516" actId="1076"/>
          <ac:spMkLst>
            <pc:docMk/>
            <pc:sldMk cId="1550797619" sldId="263"/>
            <ac:spMk id="6" creationId="{6E32C7A3-0235-668A-0116-483E4BE4E95B}"/>
          </ac:spMkLst>
        </pc:spChg>
        <pc:spChg chg="add mod">
          <ac:chgData name="Aarsh Sachdeva" userId="cf57985431923dfa" providerId="LiveId" clId="{168034EC-5E04-40E6-BBC4-F4034C7FECD9}" dt="2026-04-15T21:21:19.321" v="1514" actId="1076"/>
          <ac:spMkLst>
            <pc:docMk/>
            <pc:sldMk cId="1550797619" sldId="263"/>
            <ac:spMk id="7" creationId="{1F81D995-ABA7-1470-BAC3-37D049C703DB}"/>
          </ac:spMkLst>
        </pc:spChg>
      </pc:sldChg>
      <pc:sldChg chg="addSp delSp modSp mod">
        <pc:chgData name="Aarsh Sachdeva" userId="cf57985431923dfa" providerId="LiveId" clId="{168034EC-5E04-40E6-BBC4-F4034C7FECD9}" dt="2026-04-17T20:54:07.267" v="13885" actId="20577"/>
        <pc:sldMkLst>
          <pc:docMk/>
          <pc:sldMk cId="1977564752" sldId="264"/>
        </pc:sldMkLst>
        <pc:spChg chg="mod">
          <ac:chgData name="Aarsh Sachdeva" userId="cf57985431923dfa" providerId="LiveId" clId="{168034EC-5E04-40E6-BBC4-F4034C7FECD9}" dt="2026-04-15T22:09:26.718" v="2204" actId="5793"/>
          <ac:spMkLst>
            <pc:docMk/>
            <pc:sldMk cId="1977564752" sldId="264"/>
            <ac:spMk id="3" creationId="{B76CDEE5-1F2B-42C3-FD99-9394737E73FC}"/>
          </ac:spMkLst>
        </pc:spChg>
        <pc:spChg chg="add mod">
          <ac:chgData name="Aarsh Sachdeva" userId="cf57985431923dfa" providerId="LiveId" clId="{168034EC-5E04-40E6-BBC4-F4034C7FECD9}" dt="2026-04-15T20:32:56.423" v="369" actId="1076"/>
          <ac:spMkLst>
            <pc:docMk/>
            <pc:sldMk cId="1977564752" sldId="264"/>
            <ac:spMk id="4" creationId="{21A6A388-4F4C-8835-70D3-C2B526D15B11}"/>
          </ac:spMkLst>
        </pc:spChg>
        <pc:spChg chg="add mod">
          <ac:chgData name="Aarsh Sachdeva" userId="cf57985431923dfa" providerId="LiveId" clId="{168034EC-5E04-40E6-BBC4-F4034C7FECD9}" dt="2026-04-15T20:35:58.530" v="390" actId="20577"/>
          <ac:spMkLst>
            <pc:docMk/>
            <pc:sldMk cId="1977564752" sldId="264"/>
            <ac:spMk id="7" creationId="{82F2BD68-0311-9A49-F030-EAD4C73BB0DA}"/>
          </ac:spMkLst>
        </pc:spChg>
        <pc:spChg chg="mod">
          <ac:chgData name="Aarsh Sachdeva" userId="cf57985431923dfa" providerId="LiveId" clId="{168034EC-5E04-40E6-BBC4-F4034C7FECD9}" dt="2026-04-17T20:49:35.561" v="13712" actId="20577"/>
          <ac:spMkLst>
            <pc:docMk/>
            <pc:sldMk cId="1977564752" sldId="264"/>
            <ac:spMk id="9" creationId="{76A3F186-A1F1-4CC0-DA26-ED40EBCCAFED}"/>
          </ac:spMkLst>
        </pc:spChg>
        <pc:spChg chg="add mod">
          <ac:chgData name="Aarsh Sachdeva" userId="cf57985431923dfa" providerId="LiveId" clId="{168034EC-5E04-40E6-BBC4-F4034C7FECD9}" dt="2026-04-17T20:53:34.199" v="13858" actId="14100"/>
          <ac:spMkLst>
            <pc:docMk/>
            <pc:sldMk cId="1977564752" sldId="264"/>
            <ac:spMk id="13" creationId="{2DFFFB52-647F-FBBF-0F31-8F0514DB0C43}"/>
          </ac:spMkLst>
        </pc:spChg>
        <pc:spChg chg="add mod">
          <ac:chgData name="Aarsh Sachdeva" userId="cf57985431923dfa" providerId="LiveId" clId="{168034EC-5E04-40E6-BBC4-F4034C7FECD9}" dt="2026-04-17T20:54:07.267" v="13885" actId="20577"/>
          <ac:spMkLst>
            <pc:docMk/>
            <pc:sldMk cId="1977564752" sldId="264"/>
            <ac:spMk id="19" creationId="{CF646C1F-0B2C-6854-5F9E-AAA41EC48C41}"/>
          </ac:spMkLst>
        </pc:spChg>
        <pc:spChg chg="add mod">
          <ac:chgData name="Aarsh Sachdeva" userId="cf57985431923dfa" providerId="LiveId" clId="{168034EC-5E04-40E6-BBC4-F4034C7FECD9}" dt="2026-04-17T20:53:34.199" v="13858" actId="14100"/>
          <ac:spMkLst>
            <pc:docMk/>
            <pc:sldMk cId="1977564752" sldId="264"/>
            <ac:spMk id="20" creationId="{01FB0E71-E30F-7BD0-DEBC-4BCBB84805D9}"/>
          </ac:spMkLst>
        </pc:spChg>
        <pc:spChg chg="add mod">
          <ac:chgData name="Aarsh Sachdeva" userId="cf57985431923dfa" providerId="LiveId" clId="{168034EC-5E04-40E6-BBC4-F4034C7FECD9}" dt="2026-04-17T20:53:43.470" v="13860" actId="1076"/>
          <ac:spMkLst>
            <pc:docMk/>
            <pc:sldMk cId="1977564752" sldId="264"/>
            <ac:spMk id="28" creationId="{9C30415B-D8EE-2AF6-F5D8-9B24E4EF9F59}"/>
          </ac:spMkLst>
        </pc:spChg>
        <pc:cxnChg chg="add">
          <ac:chgData name="Aarsh Sachdeva" userId="cf57985431923dfa" providerId="LiveId" clId="{168034EC-5E04-40E6-BBC4-F4034C7FECD9}" dt="2026-04-17T20:51:27.169" v="13713" actId="11529"/>
          <ac:cxnSpMkLst>
            <pc:docMk/>
            <pc:sldMk cId="1977564752" sldId="264"/>
            <ac:cxnSpMk id="12" creationId="{F3754A71-9ABA-C3BD-D548-39281264892A}"/>
          </ac:cxnSpMkLst>
        </pc:cxnChg>
        <pc:cxnChg chg="add mod">
          <ac:chgData name="Aarsh Sachdeva" userId="cf57985431923dfa" providerId="LiveId" clId="{168034EC-5E04-40E6-BBC4-F4034C7FECD9}" dt="2026-04-17T20:53:40.373" v="13859" actId="14100"/>
          <ac:cxnSpMkLst>
            <pc:docMk/>
            <pc:sldMk cId="1977564752" sldId="264"/>
            <ac:cxnSpMk id="14" creationId="{AF9C4F33-D6BD-40D3-6A32-706EFE7596D4}"/>
          </ac:cxnSpMkLst>
        </pc:cxnChg>
        <pc:cxnChg chg="add mod">
          <ac:chgData name="Aarsh Sachdeva" userId="cf57985431923dfa" providerId="LiveId" clId="{168034EC-5E04-40E6-BBC4-F4034C7FECD9}" dt="2026-04-15T20:33:55.440" v="375" actId="14100"/>
          <ac:cxnSpMkLst>
            <pc:docMk/>
            <pc:sldMk cId="1977564752" sldId="264"/>
            <ac:cxnSpMk id="15" creationId="{1968CE49-730A-F321-EAE5-37946518C520}"/>
          </ac:cxnSpMkLst>
        </pc:cxnChg>
        <pc:cxnChg chg="add mod">
          <ac:chgData name="Aarsh Sachdeva" userId="cf57985431923dfa" providerId="LiveId" clId="{168034EC-5E04-40E6-BBC4-F4034C7FECD9}" dt="2026-04-17T20:52:22.992" v="13772"/>
          <ac:cxnSpMkLst>
            <pc:docMk/>
            <pc:sldMk cId="1977564752" sldId="264"/>
            <ac:cxnSpMk id="18" creationId="{F9D0FC5F-6D12-5652-3C9C-2F90E79A5FE0}"/>
          </ac:cxnSpMkLst>
        </pc:cxnChg>
        <pc:cxnChg chg="add mod">
          <ac:chgData name="Aarsh Sachdeva" userId="cf57985431923dfa" providerId="LiveId" clId="{168034EC-5E04-40E6-BBC4-F4034C7FECD9}" dt="2026-04-15T20:36:45.107" v="398" actId="14100"/>
          <ac:cxnSpMkLst>
            <pc:docMk/>
            <pc:sldMk cId="1977564752" sldId="264"/>
            <ac:cxnSpMk id="21" creationId="{ADBD1207-6611-FA92-A1A9-2824FB1FEFF3}"/>
          </ac:cxnSpMkLst>
        </pc:cxnChg>
      </pc:sldChg>
      <pc:sldChg chg="addSp delSp modSp add mod">
        <pc:chgData name="Aarsh Sachdeva" userId="cf57985431923dfa" providerId="LiveId" clId="{168034EC-5E04-40E6-BBC4-F4034C7FECD9}" dt="2026-04-15T21:43:09.731" v="2151" actId="14100"/>
        <pc:sldMkLst>
          <pc:docMk/>
          <pc:sldMk cId="2279997613" sldId="265"/>
        </pc:sldMkLst>
        <pc:spChg chg="add mod">
          <ac:chgData name="Aarsh Sachdeva" userId="cf57985431923dfa" providerId="LiveId" clId="{168034EC-5E04-40E6-BBC4-F4034C7FECD9}" dt="2026-04-15T21:35:19.314" v="1815" actId="14100"/>
          <ac:spMkLst>
            <pc:docMk/>
            <pc:sldMk cId="2279997613" sldId="265"/>
            <ac:spMk id="10" creationId="{78C1B11A-BD5A-6C5D-C0D2-8019A972EEB3}"/>
          </ac:spMkLst>
        </pc:spChg>
        <pc:spChg chg="add mod">
          <ac:chgData name="Aarsh Sachdeva" userId="cf57985431923dfa" providerId="LiveId" clId="{168034EC-5E04-40E6-BBC4-F4034C7FECD9}" dt="2026-04-15T21:35:01.631" v="1813" actId="14100"/>
          <ac:spMkLst>
            <pc:docMk/>
            <pc:sldMk cId="2279997613" sldId="265"/>
            <ac:spMk id="11" creationId="{20D7886B-13FC-BDCE-E66E-D6EB5F43BD20}"/>
          </ac:spMkLst>
        </pc:spChg>
        <pc:spChg chg="add mod">
          <ac:chgData name="Aarsh Sachdeva" userId="cf57985431923dfa" providerId="LiveId" clId="{168034EC-5E04-40E6-BBC4-F4034C7FECD9}" dt="2026-04-15T21:35:11.336" v="1814" actId="14100"/>
          <ac:spMkLst>
            <pc:docMk/>
            <pc:sldMk cId="2279997613" sldId="265"/>
            <ac:spMk id="12" creationId="{F5DF69A8-FC62-18CE-8ABA-5323A6A8A36B}"/>
          </ac:spMkLst>
        </pc:spChg>
        <pc:spChg chg="add mod">
          <ac:chgData name="Aarsh Sachdeva" userId="cf57985431923dfa" providerId="LiveId" clId="{168034EC-5E04-40E6-BBC4-F4034C7FECD9}" dt="2026-04-15T21:33:01.971" v="1735" actId="14100"/>
          <ac:spMkLst>
            <pc:docMk/>
            <pc:sldMk cId="2279997613" sldId="265"/>
            <ac:spMk id="15" creationId="{4557A46A-D4CC-D4D0-AD96-E76A040BCC39}"/>
          </ac:spMkLst>
        </pc:spChg>
        <pc:spChg chg="add mod">
          <ac:chgData name="Aarsh Sachdeva" userId="cf57985431923dfa" providerId="LiveId" clId="{168034EC-5E04-40E6-BBC4-F4034C7FECD9}" dt="2026-04-15T21:42:17.369" v="2128" actId="20577"/>
          <ac:spMkLst>
            <pc:docMk/>
            <pc:sldMk cId="2279997613" sldId="265"/>
            <ac:spMk id="17" creationId="{63F01E90-39F5-FD29-A65B-1ED26299CD01}"/>
          </ac:spMkLst>
        </pc:spChg>
        <pc:spChg chg="add mod">
          <ac:chgData name="Aarsh Sachdeva" userId="cf57985431923dfa" providerId="LiveId" clId="{168034EC-5E04-40E6-BBC4-F4034C7FECD9}" dt="2026-04-15T21:43:09.731" v="2151" actId="14100"/>
          <ac:spMkLst>
            <pc:docMk/>
            <pc:sldMk cId="2279997613" sldId="265"/>
            <ac:spMk id="19" creationId="{5F46F1E8-10D3-ED70-530E-51C481EE1FF8}"/>
          </ac:spMkLst>
        </pc:spChg>
        <pc:cxnChg chg="add mod">
          <ac:chgData name="Aarsh Sachdeva" userId="cf57985431923dfa" providerId="LiveId" clId="{168034EC-5E04-40E6-BBC4-F4034C7FECD9}" dt="2026-04-15T21:32:37.781" v="1729" actId="14100"/>
          <ac:cxnSpMkLst>
            <pc:docMk/>
            <pc:sldMk cId="2279997613" sldId="265"/>
            <ac:cxnSpMk id="14" creationId="{C1D163BE-13E1-D68B-DB62-2574CA91165F}"/>
          </ac:cxnSpMkLst>
        </pc:cxnChg>
        <pc:cxnChg chg="add mod">
          <ac:chgData name="Aarsh Sachdeva" userId="cf57985431923dfa" providerId="LiveId" clId="{168034EC-5E04-40E6-BBC4-F4034C7FECD9}" dt="2026-04-15T21:42:55.222" v="2131" actId="14100"/>
          <ac:cxnSpMkLst>
            <pc:docMk/>
            <pc:sldMk cId="2279997613" sldId="265"/>
            <ac:cxnSpMk id="18" creationId="{52C8BDDD-EA6D-4BE8-F9E7-C32FC3C344BB}"/>
          </ac:cxnSpMkLst>
        </pc:cxnChg>
      </pc:sldChg>
      <pc:sldChg chg="addSp delSp modSp add mod">
        <pc:chgData name="Aarsh Sachdeva" userId="cf57985431923dfa" providerId="LiveId" clId="{168034EC-5E04-40E6-BBC4-F4034C7FECD9}" dt="2026-04-17T05:19:15.294" v="7079" actId="20577"/>
        <pc:sldMkLst>
          <pc:docMk/>
          <pc:sldMk cId="2239369560" sldId="266"/>
        </pc:sldMkLst>
        <pc:spChg chg="add mod">
          <ac:chgData name="Aarsh Sachdeva" userId="cf57985431923dfa" providerId="LiveId" clId="{168034EC-5E04-40E6-BBC4-F4034C7FECD9}" dt="2026-04-15T22:49:02.408" v="2272" actId="1076"/>
          <ac:spMkLst>
            <pc:docMk/>
            <pc:sldMk cId="2239369560" sldId="266"/>
            <ac:spMk id="2" creationId="{5771755C-8908-1AEB-CC5E-4E3E0D8E84CD}"/>
          </ac:spMkLst>
        </pc:spChg>
        <pc:spChg chg="add mod">
          <ac:chgData name="Aarsh Sachdeva" userId="cf57985431923dfa" providerId="LiveId" clId="{168034EC-5E04-40E6-BBC4-F4034C7FECD9}" dt="2026-04-16T01:44:28.312" v="5117" actId="1076"/>
          <ac:spMkLst>
            <pc:docMk/>
            <pc:sldMk cId="2239369560" sldId="266"/>
            <ac:spMk id="3" creationId="{C7217942-157F-DCD6-64D9-19C386059503}"/>
          </ac:spMkLst>
        </pc:spChg>
        <pc:spChg chg="add del mod">
          <ac:chgData name="Aarsh Sachdeva" userId="cf57985431923dfa" providerId="LiveId" clId="{168034EC-5E04-40E6-BBC4-F4034C7FECD9}" dt="2026-04-16T00:09:59.458" v="3536" actId="21"/>
          <ac:spMkLst>
            <pc:docMk/>
            <pc:sldMk cId="2239369560" sldId="266"/>
            <ac:spMk id="4" creationId="{F451C007-51FF-5567-3104-8B1D3357D706}"/>
          </ac:spMkLst>
        </pc:spChg>
        <pc:spChg chg="add mod">
          <ac:chgData name="Aarsh Sachdeva" userId="cf57985431923dfa" providerId="LiveId" clId="{168034EC-5E04-40E6-BBC4-F4034C7FECD9}" dt="2026-04-16T01:44:37.856" v="5118" actId="1076"/>
          <ac:spMkLst>
            <pc:docMk/>
            <pc:sldMk cId="2239369560" sldId="266"/>
            <ac:spMk id="5" creationId="{881DBE97-C9F7-37EF-7CDB-A3C88CC44C7F}"/>
          </ac:spMkLst>
        </pc:spChg>
        <pc:spChg chg="add mod">
          <ac:chgData name="Aarsh Sachdeva" userId="cf57985431923dfa" providerId="LiveId" clId="{168034EC-5E04-40E6-BBC4-F4034C7FECD9}" dt="2026-04-16T01:46:08.347" v="5140" actId="1076"/>
          <ac:spMkLst>
            <pc:docMk/>
            <pc:sldMk cId="2239369560" sldId="266"/>
            <ac:spMk id="21" creationId="{71A8BC25-D093-0DD1-2E81-3327FF94A24E}"/>
          </ac:spMkLst>
        </pc:spChg>
        <pc:spChg chg="add mod">
          <ac:chgData name="Aarsh Sachdeva" userId="cf57985431923dfa" providerId="LiveId" clId="{168034EC-5E04-40E6-BBC4-F4034C7FECD9}" dt="2026-04-16T01:46:29.394" v="5143" actId="1076"/>
          <ac:spMkLst>
            <pc:docMk/>
            <pc:sldMk cId="2239369560" sldId="266"/>
            <ac:spMk id="30" creationId="{59249782-5B7E-E267-F65C-511AED2437A4}"/>
          </ac:spMkLst>
        </pc:spChg>
        <pc:spChg chg="add mod">
          <ac:chgData name="Aarsh Sachdeva" userId="cf57985431923dfa" providerId="LiveId" clId="{168034EC-5E04-40E6-BBC4-F4034C7FECD9}" dt="2026-04-17T05:19:15.294" v="7079" actId="20577"/>
          <ac:spMkLst>
            <pc:docMk/>
            <pc:sldMk cId="2239369560" sldId="266"/>
            <ac:spMk id="36" creationId="{031790CD-3F75-72AD-EA5C-AE187D0774A4}"/>
          </ac:spMkLst>
        </pc:spChg>
        <pc:cxnChg chg="add mod">
          <ac:chgData name="Aarsh Sachdeva" userId="cf57985431923dfa" providerId="LiveId" clId="{168034EC-5E04-40E6-BBC4-F4034C7FECD9}" dt="2026-04-16T01:46:02.586" v="5139" actId="14100"/>
          <ac:cxnSpMkLst>
            <pc:docMk/>
            <pc:sldMk cId="2239369560" sldId="266"/>
            <ac:cxnSpMk id="7" creationId="{780F67D0-B605-6CF6-46B9-088EC53AD050}"/>
          </ac:cxnSpMkLst>
        </pc:cxnChg>
        <pc:cxnChg chg="add mod">
          <ac:chgData name="Aarsh Sachdeva" userId="cf57985431923dfa" providerId="LiveId" clId="{168034EC-5E04-40E6-BBC4-F4034C7FECD9}" dt="2026-04-16T01:46:24.624" v="5142" actId="14100"/>
          <ac:cxnSpMkLst>
            <pc:docMk/>
            <pc:sldMk cId="2239369560" sldId="266"/>
            <ac:cxnSpMk id="24" creationId="{39F3319F-CAA4-78AE-418E-B7EAFA4E3398}"/>
          </ac:cxnSpMkLst>
        </pc:cxnChg>
      </pc:sldChg>
      <pc:sldChg chg="addSp delSp modSp add del mod">
        <pc:chgData name="Aarsh Sachdeva" userId="cf57985431923dfa" providerId="LiveId" clId="{168034EC-5E04-40E6-BBC4-F4034C7FECD9}" dt="2026-04-16T01:40:05.704" v="4833" actId="47"/>
        <pc:sldMkLst>
          <pc:docMk/>
          <pc:sldMk cId="985726864" sldId="267"/>
        </pc:sldMkLst>
        <pc:spChg chg="del">
          <ac:chgData name="Aarsh Sachdeva" userId="cf57985431923dfa" providerId="LiveId" clId="{168034EC-5E04-40E6-BBC4-F4034C7FECD9}" dt="2026-04-16T00:09:51.332" v="3534" actId="478"/>
          <ac:spMkLst>
            <pc:docMk/>
            <pc:sldMk cId="985726864" sldId="267"/>
            <ac:spMk id="2" creationId="{18C9A71A-F504-F5D4-926C-07A94888BA4E}"/>
          </ac:spMkLst>
        </pc:spChg>
        <pc:spChg chg="del">
          <ac:chgData name="Aarsh Sachdeva" userId="cf57985431923dfa" providerId="LiveId" clId="{168034EC-5E04-40E6-BBC4-F4034C7FECD9}" dt="2026-04-16T00:09:51.332" v="3534" actId="478"/>
          <ac:spMkLst>
            <pc:docMk/>
            <pc:sldMk cId="985726864" sldId="267"/>
            <ac:spMk id="3" creationId="{6C987292-620F-EB4A-9C33-6818468D6613}"/>
          </ac:spMkLst>
        </pc:spChg>
        <pc:spChg chg="del">
          <ac:chgData name="Aarsh Sachdeva" userId="cf57985431923dfa" providerId="LiveId" clId="{168034EC-5E04-40E6-BBC4-F4034C7FECD9}" dt="2026-04-16T00:09:51.332" v="3534" actId="478"/>
          <ac:spMkLst>
            <pc:docMk/>
            <pc:sldMk cId="985726864" sldId="267"/>
            <ac:spMk id="4" creationId="{292849C3-FC21-960B-DEB1-1C524E3FC1B3}"/>
          </ac:spMkLst>
        </pc:spChg>
        <pc:spChg chg="add mod">
          <ac:chgData name="Aarsh Sachdeva" userId="cf57985431923dfa" providerId="LiveId" clId="{168034EC-5E04-40E6-BBC4-F4034C7FECD9}" dt="2026-04-16T00:42:01.873" v="4523" actId="208"/>
          <ac:spMkLst>
            <pc:docMk/>
            <pc:sldMk cId="985726864" sldId="267"/>
            <ac:spMk id="5" creationId="{F451C007-51FF-5567-3104-8B1D3357D706}"/>
          </ac:spMkLst>
        </pc:spChg>
        <pc:spChg chg="add mod">
          <ac:chgData name="Aarsh Sachdeva" userId="cf57985431923dfa" providerId="LiveId" clId="{168034EC-5E04-40E6-BBC4-F4034C7FECD9}" dt="2026-04-16T00:42:09.828" v="4524" actId="1076"/>
          <ac:spMkLst>
            <pc:docMk/>
            <pc:sldMk cId="985726864" sldId="267"/>
            <ac:spMk id="6" creationId="{3E8FE7CB-FC11-72C6-54D2-8F8BFD0C4F44}"/>
          </ac:spMkLst>
        </pc:spChg>
        <pc:spChg chg="add mod">
          <ac:chgData name="Aarsh Sachdeva" userId="cf57985431923dfa" providerId="LiveId" clId="{168034EC-5E04-40E6-BBC4-F4034C7FECD9}" dt="2026-04-16T00:44:07.332" v="4741" actId="20577"/>
          <ac:spMkLst>
            <pc:docMk/>
            <pc:sldMk cId="985726864" sldId="267"/>
            <ac:spMk id="7" creationId="{C47A106C-1372-1783-C6A9-32BD8E254A0B}"/>
          </ac:spMkLst>
        </pc:spChg>
        <pc:spChg chg="add mod">
          <ac:chgData name="Aarsh Sachdeva" userId="cf57985431923dfa" providerId="LiveId" clId="{168034EC-5E04-40E6-BBC4-F4034C7FECD9}" dt="2026-04-16T00:45:06.243" v="4742"/>
          <ac:spMkLst>
            <pc:docMk/>
            <pc:sldMk cId="985726864" sldId="267"/>
            <ac:spMk id="8" creationId="{D0C236C6-59FE-3AB4-51C1-411765665708}"/>
          </ac:spMkLst>
        </pc:spChg>
      </pc:sldChg>
      <pc:sldChg chg="addSp delSp modSp add mod">
        <pc:chgData name="Aarsh Sachdeva" userId="cf57985431923dfa" providerId="LiveId" clId="{168034EC-5E04-40E6-BBC4-F4034C7FECD9}" dt="2026-04-17T21:05:22.145" v="13912" actId="20577"/>
        <pc:sldMkLst>
          <pc:docMk/>
          <pc:sldMk cId="3257673093" sldId="268"/>
        </pc:sldMkLst>
        <pc:spChg chg="add del mod">
          <ac:chgData name="Aarsh Sachdeva" userId="cf57985431923dfa" providerId="LiveId" clId="{168034EC-5E04-40E6-BBC4-F4034C7FECD9}" dt="2026-04-16T02:25:06.229" v="5577" actId="1076"/>
          <ac:spMkLst>
            <pc:docMk/>
            <pc:sldMk cId="3257673093" sldId="268"/>
            <ac:spMk id="2" creationId="{C041701B-91D7-A066-B309-A6D3EB18C3D8}"/>
          </ac:spMkLst>
        </pc:spChg>
        <pc:spChg chg="add del mod">
          <ac:chgData name="Aarsh Sachdeva" userId="cf57985431923dfa" providerId="LiveId" clId="{168034EC-5E04-40E6-BBC4-F4034C7FECD9}" dt="2026-04-16T01:49:08.402" v="5172" actId="478"/>
          <ac:spMkLst>
            <pc:docMk/>
            <pc:sldMk cId="3257673093" sldId="268"/>
            <ac:spMk id="3" creationId="{A931FE5E-0075-AF1D-C5A0-9D4BFE62AB52}"/>
          </ac:spMkLst>
        </pc:spChg>
        <pc:spChg chg="add mod">
          <ac:chgData name="Aarsh Sachdeva" userId="cf57985431923dfa" providerId="LiveId" clId="{168034EC-5E04-40E6-BBC4-F4034C7FECD9}" dt="2026-04-16T02:25:06.229" v="5577" actId="1076"/>
          <ac:spMkLst>
            <pc:docMk/>
            <pc:sldMk cId="3257673093" sldId="268"/>
            <ac:spMk id="4" creationId="{D23FA1FC-9D21-C6AE-7750-32D1A65CD317}"/>
          </ac:spMkLst>
        </pc:spChg>
        <pc:spChg chg="mod">
          <ac:chgData name="Aarsh Sachdeva" userId="cf57985431923dfa" providerId="LiveId" clId="{168034EC-5E04-40E6-BBC4-F4034C7FECD9}" dt="2026-04-16T02:24:51.634" v="5576" actId="1076"/>
          <ac:spMkLst>
            <pc:docMk/>
            <pc:sldMk cId="3257673093" sldId="268"/>
            <ac:spMk id="5" creationId="{74E9283B-FC1E-C7F8-2E77-BE87D0051D09}"/>
          </ac:spMkLst>
        </pc:spChg>
        <pc:spChg chg="mod">
          <ac:chgData name="Aarsh Sachdeva" userId="cf57985431923dfa" providerId="LiveId" clId="{168034EC-5E04-40E6-BBC4-F4034C7FECD9}" dt="2026-04-17T21:01:17.453" v="13887" actId="20577"/>
          <ac:spMkLst>
            <pc:docMk/>
            <pc:sldMk cId="3257673093" sldId="268"/>
            <ac:spMk id="6" creationId="{BD6C7A34-DA7C-F5A1-2543-CD09EE8E0B84}"/>
          </ac:spMkLst>
        </pc:spChg>
        <pc:spChg chg="mod">
          <ac:chgData name="Aarsh Sachdeva" userId="cf57985431923dfa" providerId="LiveId" clId="{168034EC-5E04-40E6-BBC4-F4034C7FECD9}" dt="2026-04-17T21:04:43.931" v="13888" actId="1076"/>
          <ac:spMkLst>
            <pc:docMk/>
            <pc:sldMk cId="3257673093" sldId="268"/>
            <ac:spMk id="7" creationId="{3C422050-8F3A-2E2B-2ED3-77B147764BD1}"/>
          </ac:spMkLst>
        </pc:spChg>
        <pc:spChg chg="add del mod">
          <ac:chgData name="Aarsh Sachdeva" userId="cf57985431923dfa" providerId="LiveId" clId="{168034EC-5E04-40E6-BBC4-F4034C7FECD9}" dt="2026-04-16T01:36:55.077" v="4766" actId="478"/>
          <ac:spMkLst>
            <pc:docMk/>
            <pc:sldMk cId="3257673093" sldId="268"/>
            <ac:spMk id="8" creationId="{16C09418-E26C-DD89-D2C4-C546CB7EE86C}"/>
          </ac:spMkLst>
        </pc:spChg>
        <pc:spChg chg="add del mod">
          <ac:chgData name="Aarsh Sachdeva" userId="cf57985431923dfa" providerId="LiveId" clId="{168034EC-5E04-40E6-BBC4-F4034C7FECD9}" dt="2026-04-16T01:50:57.490" v="5191" actId="478"/>
          <ac:spMkLst>
            <pc:docMk/>
            <pc:sldMk cId="3257673093" sldId="268"/>
            <ac:spMk id="9" creationId="{BC20D52D-E86B-8D73-7952-C6B49C262C59}"/>
          </ac:spMkLst>
        </pc:spChg>
        <pc:spChg chg="add mod">
          <ac:chgData name="Aarsh Sachdeva" userId="cf57985431923dfa" providerId="LiveId" clId="{168034EC-5E04-40E6-BBC4-F4034C7FECD9}" dt="2026-04-16T02:25:06.229" v="5577" actId="1076"/>
          <ac:spMkLst>
            <pc:docMk/>
            <pc:sldMk cId="3257673093" sldId="268"/>
            <ac:spMk id="10" creationId="{E7406552-006A-B345-F843-13C0A293A366}"/>
          </ac:spMkLst>
        </pc:spChg>
        <pc:spChg chg="add del mod">
          <ac:chgData name="Aarsh Sachdeva" userId="cf57985431923dfa" providerId="LiveId" clId="{168034EC-5E04-40E6-BBC4-F4034C7FECD9}" dt="2026-04-16T01:47:43.226" v="5156" actId="478"/>
          <ac:spMkLst>
            <pc:docMk/>
            <pc:sldMk cId="3257673093" sldId="268"/>
            <ac:spMk id="11" creationId="{CF5DB7DE-A462-3050-F1F5-4C492D784F7E}"/>
          </ac:spMkLst>
        </pc:spChg>
        <pc:spChg chg="add del mod">
          <ac:chgData name="Aarsh Sachdeva" userId="cf57985431923dfa" providerId="LiveId" clId="{168034EC-5E04-40E6-BBC4-F4034C7FECD9}" dt="2026-04-16T01:50:57.494" v="5193"/>
          <ac:spMkLst>
            <pc:docMk/>
            <pc:sldMk cId="3257673093" sldId="268"/>
            <ac:spMk id="12" creationId="{D59C0286-ED75-52E1-7B99-3CE123EEA482}"/>
          </ac:spMkLst>
        </pc:spChg>
        <pc:spChg chg="add mod">
          <ac:chgData name="Aarsh Sachdeva" userId="cf57985431923dfa" providerId="LiveId" clId="{168034EC-5E04-40E6-BBC4-F4034C7FECD9}" dt="2026-04-17T21:05:22.145" v="13912" actId="20577"/>
          <ac:spMkLst>
            <pc:docMk/>
            <pc:sldMk cId="3257673093" sldId="268"/>
            <ac:spMk id="13" creationId="{9945E6E1-D06C-1044-E7DD-AFB653A0D2E1}"/>
          </ac:spMkLst>
        </pc:spChg>
      </pc:sldChg>
      <pc:sldChg chg="addSp delSp modSp add mod">
        <pc:chgData name="Aarsh Sachdeva" userId="cf57985431923dfa" providerId="LiveId" clId="{168034EC-5E04-40E6-BBC4-F4034C7FECD9}" dt="2026-04-17T21:09:18.199" v="13928" actId="1076"/>
        <pc:sldMkLst>
          <pc:docMk/>
          <pc:sldMk cId="1946866529" sldId="269"/>
        </pc:sldMkLst>
        <pc:spChg chg="del">
          <ac:chgData name="Aarsh Sachdeva" userId="cf57985431923dfa" providerId="LiveId" clId="{168034EC-5E04-40E6-BBC4-F4034C7FECD9}" dt="2026-04-16T02:12:43.387" v="5212" actId="478"/>
          <ac:spMkLst>
            <pc:docMk/>
            <pc:sldMk cId="1946866529" sldId="269"/>
            <ac:spMk id="2" creationId="{DA841DB8-BCAB-0BA7-44AE-E9A6517D0D43}"/>
          </ac:spMkLst>
        </pc:spChg>
        <pc:spChg chg="add del mod">
          <ac:chgData name="Aarsh Sachdeva" userId="cf57985431923dfa" providerId="LiveId" clId="{168034EC-5E04-40E6-BBC4-F4034C7FECD9}" dt="2026-04-16T02:26:23.061" v="5587" actId="478"/>
          <ac:spMkLst>
            <pc:docMk/>
            <pc:sldMk cId="1946866529" sldId="269"/>
            <ac:spMk id="3" creationId="{90CAD31C-30B6-AA4B-431B-272D4DA17061}"/>
          </ac:spMkLst>
        </pc:spChg>
        <pc:spChg chg="del">
          <ac:chgData name="Aarsh Sachdeva" userId="cf57985431923dfa" providerId="LiveId" clId="{168034EC-5E04-40E6-BBC4-F4034C7FECD9}" dt="2026-04-16T02:12:43.387" v="5212" actId="478"/>
          <ac:spMkLst>
            <pc:docMk/>
            <pc:sldMk cId="1946866529" sldId="269"/>
            <ac:spMk id="4" creationId="{12A9EAD6-25BE-621E-91FC-2200A6E86BB2}"/>
          </ac:spMkLst>
        </pc:spChg>
        <pc:spChg chg="add mod">
          <ac:chgData name="Aarsh Sachdeva" userId="cf57985431923dfa" providerId="LiveId" clId="{168034EC-5E04-40E6-BBC4-F4034C7FECD9}" dt="2026-04-17T21:09:11.514" v="13927" actId="1076"/>
          <ac:spMkLst>
            <pc:docMk/>
            <pc:sldMk cId="1946866529" sldId="269"/>
            <ac:spMk id="5" creationId="{91599AA9-90C0-1612-2C3C-3957F87F6956}"/>
          </ac:spMkLst>
        </pc:spChg>
        <pc:spChg chg="del">
          <ac:chgData name="Aarsh Sachdeva" userId="cf57985431923dfa" providerId="LiveId" clId="{168034EC-5E04-40E6-BBC4-F4034C7FECD9}" dt="2026-04-16T02:12:43.387" v="5212" actId="478"/>
          <ac:spMkLst>
            <pc:docMk/>
            <pc:sldMk cId="1946866529" sldId="269"/>
            <ac:spMk id="5" creationId="{DBEBBE2A-0B63-1DBB-2238-29FBCAFC124A}"/>
          </ac:spMkLst>
        </pc:spChg>
        <pc:spChg chg="del">
          <ac:chgData name="Aarsh Sachdeva" userId="cf57985431923dfa" providerId="LiveId" clId="{168034EC-5E04-40E6-BBC4-F4034C7FECD9}" dt="2026-04-16T02:12:43.387" v="5212" actId="478"/>
          <ac:spMkLst>
            <pc:docMk/>
            <pc:sldMk cId="1946866529" sldId="269"/>
            <ac:spMk id="6" creationId="{357D3DA8-4C03-F74F-8F07-BF674F398EE0}"/>
          </ac:spMkLst>
        </pc:spChg>
        <pc:spChg chg="add mod">
          <ac:chgData name="Aarsh Sachdeva" userId="cf57985431923dfa" providerId="LiveId" clId="{168034EC-5E04-40E6-BBC4-F4034C7FECD9}" dt="2026-04-17T15:00:31.921" v="8349" actId="1076"/>
          <ac:spMkLst>
            <pc:docMk/>
            <pc:sldMk cId="1946866529" sldId="269"/>
            <ac:spMk id="6" creationId="{FA36016D-BC19-082C-7FA3-8CE44CD50810}"/>
          </ac:spMkLst>
        </pc:spChg>
        <pc:spChg chg="del">
          <ac:chgData name="Aarsh Sachdeva" userId="cf57985431923dfa" providerId="LiveId" clId="{168034EC-5E04-40E6-BBC4-F4034C7FECD9}" dt="2026-04-16T02:12:43.387" v="5212" actId="478"/>
          <ac:spMkLst>
            <pc:docMk/>
            <pc:sldMk cId="1946866529" sldId="269"/>
            <ac:spMk id="7" creationId="{F6A167BF-49CC-B029-1C67-870D6D335527}"/>
          </ac:spMkLst>
        </pc:spChg>
        <pc:spChg chg="add mod">
          <ac:chgData name="Aarsh Sachdeva" userId="cf57985431923dfa" providerId="LiveId" clId="{168034EC-5E04-40E6-BBC4-F4034C7FECD9}" dt="2026-04-17T21:07:27.292" v="13913" actId="1076"/>
          <ac:spMkLst>
            <pc:docMk/>
            <pc:sldMk cId="1946866529" sldId="269"/>
            <ac:spMk id="8" creationId="{9F388CFC-7F58-FCC0-BD8B-B1EE01EAE75B}"/>
          </ac:spMkLst>
        </pc:spChg>
        <pc:spChg chg="add mod">
          <ac:chgData name="Aarsh Sachdeva" userId="cf57985431923dfa" providerId="LiveId" clId="{168034EC-5E04-40E6-BBC4-F4034C7FECD9}" dt="2026-04-17T21:07:32.421" v="13914" actId="1076"/>
          <ac:spMkLst>
            <pc:docMk/>
            <pc:sldMk cId="1946866529" sldId="269"/>
            <ac:spMk id="9" creationId="{CC3EB1A1-C8A5-1A65-00DD-3B5974ED0236}"/>
          </ac:spMkLst>
        </pc:spChg>
        <pc:spChg chg="add mod">
          <ac:chgData name="Aarsh Sachdeva" userId="cf57985431923dfa" providerId="LiveId" clId="{168034EC-5E04-40E6-BBC4-F4034C7FECD9}" dt="2026-04-17T21:08:22.892" v="13921" actId="1076"/>
          <ac:spMkLst>
            <pc:docMk/>
            <pc:sldMk cId="1946866529" sldId="269"/>
            <ac:spMk id="10" creationId="{613A8C3D-0D6F-EF05-210A-E6A61C558D3F}"/>
          </ac:spMkLst>
        </pc:spChg>
        <pc:spChg chg="del">
          <ac:chgData name="Aarsh Sachdeva" userId="cf57985431923dfa" providerId="LiveId" clId="{168034EC-5E04-40E6-BBC4-F4034C7FECD9}" dt="2026-04-16T02:12:43.387" v="5212" actId="478"/>
          <ac:spMkLst>
            <pc:docMk/>
            <pc:sldMk cId="1946866529" sldId="269"/>
            <ac:spMk id="10" creationId="{A9849E7E-ED3A-8F33-9ED0-07EE1A164C14}"/>
          </ac:spMkLst>
        </pc:spChg>
        <pc:spChg chg="add mod">
          <ac:chgData name="Aarsh Sachdeva" userId="cf57985431923dfa" providerId="LiveId" clId="{168034EC-5E04-40E6-BBC4-F4034C7FECD9}" dt="2026-04-17T21:07:50.905" v="13915" actId="1076"/>
          <ac:spMkLst>
            <pc:docMk/>
            <pc:sldMk cId="1946866529" sldId="269"/>
            <ac:spMk id="11" creationId="{42CA4BCA-DE3A-B961-E972-551D262D6D62}"/>
          </ac:spMkLst>
        </pc:spChg>
        <pc:spChg chg="add mod">
          <ac:chgData name="Aarsh Sachdeva" userId="cf57985431923dfa" providerId="LiveId" clId="{168034EC-5E04-40E6-BBC4-F4034C7FECD9}" dt="2026-04-17T21:07:50.905" v="13915" actId="1076"/>
          <ac:spMkLst>
            <pc:docMk/>
            <pc:sldMk cId="1946866529" sldId="269"/>
            <ac:spMk id="12" creationId="{B9996252-6610-07CE-240B-D85D3121FCBE}"/>
          </ac:spMkLst>
        </pc:spChg>
        <pc:spChg chg="add mod">
          <ac:chgData name="Aarsh Sachdeva" userId="cf57985431923dfa" providerId="LiveId" clId="{168034EC-5E04-40E6-BBC4-F4034C7FECD9}" dt="2026-04-17T21:08:44.746" v="13925" actId="14100"/>
          <ac:spMkLst>
            <pc:docMk/>
            <pc:sldMk cId="1946866529" sldId="269"/>
            <ac:spMk id="15" creationId="{92FE0F53-16DA-4F67-0DC9-38C04B4D88F6}"/>
          </ac:spMkLst>
        </pc:spChg>
        <pc:spChg chg="add mod">
          <ac:chgData name="Aarsh Sachdeva" userId="cf57985431923dfa" providerId="LiveId" clId="{168034EC-5E04-40E6-BBC4-F4034C7FECD9}" dt="2026-04-17T21:07:50.905" v="13915" actId="1076"/>
          <ac:spMkLst>
            <pc:docMk/>
            <pc:sldMk cId="1946866529" sldId="269"/>
            <ac:spMk id="20" creationId="{C7178DAA-071E-0495-050F-E0F6738D5962}"/>
          </ac:spMkLst>
        </pc:spChg>
        <pc:spChg chg="add mod">
          <ac:chgData name="Aarsh Sachdeva" userId="cf57985431923dfa" providerId="LiveId" clId="{168034EC-5E04-40E6-BBC4-F4034C7FECD9}" dt="2026-04-17T21:07:50.905" v="13915" actId="1076"/>
          <ac:spMkLst>
            <pc:docMk/>
            <pc:sldMk cId="1946866529" sldId="269"/>
            <ac:spMk id="23" creationId="{9E979418-C1BC-A3DB-AAFD-CB8449263DFD}"/>
          </ac:spMkLst>
        </pc:spChg>
        <pc:spChg chg="add mod">
          <ac:chgData name="Aarsh Sachdeva" userId="cf57985431923dfa" providerId="LiveId" clId="{168034EC-5E04-40E6-BBC4-F4034C7FECD9}" dt="2026-04-17T21:09:04.182" v="13926" actId="1076"/>
          <ac:spMkLst>
            <pc:docMk/>
            <pc:sldMk cId="1946866529" sldId="269"/>
            <ac:spMk id="50" creationId="{578ECD4A-D609-90DF-A97D-7845191B5B8B}"/>
          </ac:spMkLst>
        </pc:spChg>
        <pc:spChg chg="add mod">
          <ac:chgData name="Aarsh Sachdeva" userId="cf57985431923dfa" providerId="LiveId" clId="{168034EC-5E04-40E6-BBC4-F4034C7FECD9}" dt="2026-04-17T21:09:04.182" v="13926" actId="1076"/>
          <ac:spMkLst>
            <pc:docMk/>
            <pc:sldMk cId="1946866529" sldId="269"/>
            <ac:spMk id="51" creationId="{836F6947-A205-590E-271C-F99589822BB8}"/>
          </ac:spMkLst>
        </pc:spChg>
        <pc:spChg chg="add mod">
          <ac:chgData name="Aarsh Sachdeva" userId="cf57985431923dfa" providerId="LiveId" clId="{168034EC-5E04-40E6-BBC4-F4034C7FECD9}" dt="2026-04-17T21:09:18.199" v="13928" actId="1076"/>
          <ac:spMkLst>
            <pc:docMk/>
            <pc:sldMk cId="1946866529" sldId="269"/>
            <ac:spMk id="53" creationId="{3AEA5926-FBD8-704F-6ABD-EEEDFB3CA0B1}"/>
          </ac:spMkLst>
        </pc:spChg>
        <pc:spChg chg="add mod">
          <ac:chgData name="Aarsh Sachdeva" userId="cf57985431923dfa" providerId="LiveId" clId="{168034EC-5E04-40E6-BBC4-F4034C7FECD9}" dt="2026-04-17T21:09:18.199" v="13928" actId="1076"/>
          <ac:spMkLst>
            <pc:docMk/>
            <pc:sldMk cId="1946866529" sldId="269"/>
            <ac:spMk id="54" creationId="{199AB61A-43D7-8AEC-898E-A393C9187EE8}"/>
          </ac:spMkLst>
        </pc:spChg>
        <pc:cxnChg chg="add mod">
          <ac:chgData name="Aarsh Sachdeva" userId="cf57985431923dfa" providerId="LiveId" clId="{168034EC-5E04-40E6-BBC4-F4034C7FECD9}" dt="2026-04-17T21:07:50.905" v="13915" actId="1076"/>
          <ac:cxnSpMkLst>
            <pc:docMk/>
            <pc:sldMk cId="1946866529" sldId="269"/>
            <ac:cxnSpMk id="14" creationId="{9EB747AB-4CE0-86B0-2562-557FD216B888}"/>
          </ac:cxnSpMkLst>
        </pc:cxnChg>
        <pc:cxnChg chg="add mod">
          <ac:chgData name="Aarsh Sachdeva" userId="cf57985431923dfa" providerId="LiveId" clId="{168034EC-5E04-40E6-BBC4-F4034C7FECD9}" dt="2026-04-17T21:07:50.905" v="13915" actId="1076"/>
          <ac:cxnSpMkLst>
            <pc:docMk/>
            <pc:sldMk cId="1946866529" sldId="269"/>
            <ac:cxnSpMk id="21" creationId="{D48DCEF7-8E33-62CD-A5D9-0D5068F9598B}"/>
          </ac:cxnSpMkLst>
        </pc:cxnChg>
        <pc:cxnChg chg="add mod">
          <ac:chgData name="Aarsh Sachdeva" userId="cf57985431923dfa" providerId="LiveId" clId="{168034EC-5E04-40E6-BBC4-F4034C7FECD9}" dt="2026-04-17T21:09:04.182" v="13926" actId="1076"/>
          <ac:cxnSpMkLst>
            <pc:docMk/>
            <pc:sldMk cId="1946866529" sldId="269"/>
            <ac:cxnSpMk id="49" creationId="{B36865EC-3AB0-8376-6D03-EA1DE5C0A9ED}"/>
          </ac:cxnSpMkLst>
        </pc:cxnChg>
        <pc:cxnChg chg="add mod">
          <ac:chgData name="Aarsh Sachdeva" userId="cf57985431923dfa" providerId="LiveId" clId="{168034EC-5E04-40E6-BBC4-F4034C7FECD9}" dt="2026-04-17T21:09:18.199" v="13928" actId="1076"/>
          <ac:cxnSpMkLst>
            <pc:docMk/>
            <pc:sldMk cId="1946866529" sldId="269"/>
            <ac:cxnSpMk id="52" creationId="{DDF42642-539F-773D-004E-8EFC4F8E4698}"/>
          </ac:cxnSpMkLst>
        </pc:cxnChg>
      </pc:sldChg>
      <pc:sldChg chg="addSp delSp modSp add mod">
        <pc:chgData name="Aarsh Sachdeva" userId="cf57985431923dfa" providerId="LiveId" clId="{168034EC-5E04-40E6-BBC4-F4034C7FECD9}" dt="2026-04-17T15:11:25.392" v="8372"/>
        <pc:sldMkLst>
          <pc:docMk/>
          <pc:sldMk cId="816154150" sldId="270"/>
        </pc:sldMkLst>
        <pc:spChg chg="add mod">
          <ac:chgData name="Aarsh Sachdeva" userId="cf57985431923dfa" providerId="LiveId" clId="{168034EC-5E04-40E6-BBC4-F4034C7FECD9}" dt="2026-04-17T05:21:52.139" v="7080" actId="1076"/>
          <ac:spMkLst>
            <pc:docMk/>
            <pc:sldMk cId="816154150" sldId="270"/>
            <ac:spMk id="2" creationId="{ED1B14CC-7557-50F8-2D07-D6D66DFF8DB4}"/>
          </ac:spMkLst>
        </pc:spChg>
        <pc:spChg chg="add mod">
          <ac:chgData name="Aarsh Sachdeva" userId="cf57985431923dfa" providerId="LiveId" clId="{168034EC-5E04-40E6-BBC4-F4034C7FECD9}" dt="2026-04-17T06:17:49.033" v="7909" actId="1076"/>
          <ac:spMkLst>
            <pc:docMk/>
            <pc:sldMk cId="816154150" sldId="270"/>
            <ac:spMk id="3" creationId="{D3FEBAEE-27CA-6505-DF8D-D5C214940663}"/>
          </ac:spMkLst>
        </pc:spChg>
        <pc:spChg chg="add mod">
          <ac:chgData name="Aarsh Sachdeva" userId="cf57985431923dfa" providerId="LiveId" clId="{168034EC-5E04-40E6-BBC4-F4034C7FECD9}" dt="2026-04-17T06:17:49.033" v="7909" actId="1076"/>
          <ac:spMkLst>
            <pc:docMk/>
            <pc:sldMk cId="816154150" sldId="270"/>
            <ac:spMk id="4" creationId="{84816E1A-3F8D-A64C-A29E-48F50C564D4A}"/>
          </ac:spMkLst>
        </pc:spChg>
        <pc:spChg chg="add del mod">
          <ac:chgData name="Aarsh Sachdeva" userId="cf57985431923dfa" providerId="LiveId" clId="{168034EC-5E04-40E6-BBC4-F4034C7FECD9}" dt="2026-04-16T03:28:03.441" v="6982" actId="478"/>
          <ac:spMkLst>
            <pc:docMk/>
            <pc:sldMk cId="816154150" sldId="270"/>
            <ac:spMk id="5" creationId="{CC207750-1E67-CA04-3084-EA9D467F7C00}"/>
          </ac:spMkLst>
        </pc:spChg>
        <pc:spChg chg="add del mod">
          <ac:chgData name="Aarsh Sachdeva" userId="cf57985431923dfa" providerId="LiveId" clId="{168034EC-5E04-40E6-BBC4-F4034C7FECD9}" dt="2026-04-16T03:25:02.155" v="6940"/>
          <ac:spMkLst>
            <pc:docMk/>
            <pc:sldMk cId="816154150" sldId="270"/>
            <ac:spMk id="6" creationId="{2BCB32D8-496C-0D06-6B0A-D0143343667D}"/>
          </ac:spMkLst>
        </pc:spChg>
        <pc:spChg chg="add mod">
          <ac:chgData name="Aarsh Sachdeva" userId="cf57985431923dfa" providerId="LiveId" clId="{168034EC-5E04-40E6-BBC4-F4034C7FECD9}" dt="2026-04-17T06:17:49.033" v="7909" actId="1076"/>
          <ac:spMkLst>
            <pc:docMk/>
            <pc:sldMk cId="816154150" sldId="270"/>
            <ac:spMk id="7" creationId="{BB1BDBB9-5532-FEAB-9BDF-B781D092666D}"/>
          </ac:spMkLst>
        </pc:spChg>
        <pc:spChg chg="del">
          <ac:chgData name="Aarsh Sachdeva" userId="cf57985431923dfa" providerId="LiveId" clId="{168034EC-5E04-40E6-BBC4-F4034C7FECD9}" dt="2026-04-16T03:15:37.555" v="6778" actId="478"/>
          <ac:spMkLst>
            <pc:docMk/>
            <pc:sldMk cId="816154150" sldId="270"/>
            <ac:spMk id="8" creationId="{073DAC6A-DA16-DB35-13FD-C3EBC13420E9}"/>
          </ac:spMkLst>
        </pc:spChg>
        <pc:spChg chg="del">
          <ac:chgData name="Aarsh Sachdeva" userId="cf57985431923dfa" providerId="LiveId" clId="{168034EC-5E04-40E6-BBC4-F4034C7FECD9}" dt="2026-04-16T03:15:37.555" v="6778" actId="478"/>
          <ac:spMkLst>
            <pc:docMk/>
            <pc:sldMk cId="816154150" sldId="270"/>
            <ac:spMk id="9" creationId="{0B2A76F2-0723-28B7-2E2A-3B7B4C99931F}"/>
          </ac:spMkLst>
        </pc:spChg>
        <pc:spChg chg="add mod">
          <ac:chgData name="Aarsh Sachdeva" userId="cf57985431923dfa" providerId="LiveId" clId="{168034EC-5E04-40E6-BBC4-F4034C7FECD9}" dt="2026-04-17T06:17:49.033" v="7909" actId="1076"/>
          <ac:spMkLst>
            <pc:docMk/>
            <pc:sldMk cId="816154150" sldId="270"/>
            <ac:spMk id="10" creationId="{AC2AE645-8BAE-7FBE-36D4-5F694BC82829}"/>
          </ac:spMkLst>
        </pc:spChg>
        <pc:spChg chg="del">
          <ac:chgData name="Aarsh Sachdeva" userId="cf57985431923dfa" providerId="LiveId" clId="{168034EC-5E04-40E6-BBC4-F4034C7FECD9}" dt="2026-04-16T03:15:37.555" v="6778" actId="478"/>
          <ac:spMkLst>
            <pc:docMk/>
            <pc:sldMk cId="816154150" sldId="270"/>
            <ac:spMk id="11" creationId="{08269C2A-0DE1-7493-B4FB-85011BC4CC68}"/>
          </ac:spMkLst>
        </pc:spChg>
        <pc:spChg chg="del">
          <ac:chgData name="Aarsh Sachdeva" userId="cf57985431923dfa" providerId="LiveId" clId="{168034EC-5E04-40E6-BBC4-F4034C7FECD9}" dt="2026-04-16T03:15:37.555" v="6778" actId="478"/>
          <ac:spMkLst>
            <pc:docMk/>
            <pc:sldMk cId="816154150" sldId="270"/>
            <ac:spMk id="12" creationId="{206BC81A-7299-CF58-8C1D-A9DD30AC75D2}"/>
          </ac:spMkLst>
        </pc:spChg>
        <pc:spChg chg="add mod">
          <ac:chgData name="Aarsh Sachdeva" userId="cf57985431923dfa" providerId="LiveId" clId="{168034EC-5E04-40E6-BBC4-F4034C7FECD9}" dt="2026-04-17T06:17:49.033" v="7909" actId="1076"/>
          <ac:spMkLst>
            <pc:docMk/>
            <pc:sldMk cId="816154150" sldId="270"/>
            <ac:spMk id="13" creationId="{C10DDE5D-543A-AE53-213D-7D76BB05B1B2}"/>
          </ac:spMkLst>
        </pc:spChg>
        <pc:spChg chg="add mod">
          <ac:chgData name="Aarsh Sachdeva" userId="cf57985431923dfa" providerId="LiveId" clId="{168034EC-5E04-40E6-BBC4-F4034C7FECD9}" dt="2026-04-17T06:20:56.214" v="7946" actId="1076"/>
          <ac:spMkLst>
            <pc:docMk/>
            <pc:sldMk cId="816154150" sldId="270"/>
            <ac:spMk id="17" creationId="{4C996CEC-8E58-4217-52D5-602CBE51404A}"/>
          </ac:spMkLst>
        </pc:spChg>
        <pc:spChg chg="add mod">
          <ac:chgData name="Aarsh Sachdeva" userId="cf57985431923dfa" providerId="LiveId" clId="{168034EC-5E04-40E6-BBC4-F4034C7FECD9}" dt="2026-04-17T06:17:49.033" v="7909" actId="1076"/>
          <ac:spMkLst>
            <pc:docMk/>
            <pc:sldMk cId="816154150" sldId="270"/>
            <ac:spMk id="19" creationId="{5D5BA395-C71A-CE6C-3D14-0A7D64DC37F3}"/>
          </ac:spMkLst>
        </pc:spChg>
        <pc:spChg chg="del">
          <ac:chgData name="Aarsh Sachdeva" userId="cf57985431923dfa" providerId="LiveId" clId="{168034EC-5E04-40E6-BBC4-F4034C7FECD9}" dt="2026-04-16T03:15:37.555" v="6778" actId="478"/>
          <ac:spMkLst>
            <pc:docMk/>
            <pc:sldMk cId="816154150" sldId="270"/>
            <ac:spMk id="20" creationId="{397FAF0C-0A2E-3AF0-7103-2E5ED530B8DA}"/>
          </ac:spMkLst>
        </pc:spChg>
        <pc:spChg chg="add mod">
          <ac:chgData name="Aarsh Sachdeva" userId="cf57985431923dfa" providerId="LiveId" clId="{168034EC-5E04-40E6-BBC4-F4034C7FECD9}" dt="2026-04-17T15:11:25.392" v="8372"/>
          <ac:spMkLst>
            <pc:docMk/>
            <pc:sldMk cId="816154150" sldId="270"/>
            <ac:spMk id="22" creationId="{231825C5-6A84-0A2B-D0FA-3313ABF47EFE}"/>
          </ac:spMkLst>
        </pc:spChg>
        <pc:spChg chg="del">
          <ac:chgData name="Aarsh Sachdeva" userId="cf57985431923dfa" providerId="LiveId" clId="{168034EC-5E04-40E6-BBC4-F4034C7FECD9}" dt="2026-04-16T03:15:37.555" v="6778" actId="478"/>
          <ac:spMkLst>
            <pc:docMk/>
            <pc:sldMk cId="816154150" sldId="270"/>
            <ac:spMk id="23" creationId="{95DFC3E6-2D3A-61B2-F60A-5C7A5530CEE5}"/>
          </ac:spMkLst>
        </pc:spChg>
        <pc:spChg chg="add del mod">
          <ac:chgData name="Aarsh Sachdeva" userId="cf57985431923dfa" providerId="LiveId" clId="{168034EC-5E04-40E6-BBC4-F4034C7FECD9}" dt="2026-04-17T06:19:47.637" v="7921" actId="478"/>
          <ac:spMkLst>
            <pc:docMk/>
            <pc:sldMk cId="816154150" sldId="270"/>
            <ac:spMk id="32" creationId="{B98D8050-7A0E-38BC-4C43-DBF32D9379A6}"/>
          </ac:spMkLst>
        </pc:spChg>
        <pc:spChg chg="add mod">
          <ac:chgData name="Aarsh Sachdeva" userId="cf57985431923dfa" providerId="LiveId" clId="{168034EC-5E04-40E6-BBC4-F4034C7FECD9}" dt="2026-04-17T06:19:59.907" v="7923" actId="1076"/>
          <ac:spMkLst>
            <pc:docMk/>
            <pc:sldMk cId="816154150" sldId="270"/>
            <ac:spMk id="35" creationId="{8CE2C40F-0F2A-137B-AD18-0AE59C8DFAE7}"/>
          </ac:spMkLst>
        </pc:spChg>
        <pc:spChg chg="add mod">
          <ac:chgData name="Aarsh Sachdeva" userId="cf57985431923dfa" providerId="LiveId" clId="{168034EC-5E04-40E6-BBC4-F4034C7FECD9}" dt="2026-04-17T06:18:18.617" v="7910" actId="1076"/>
          <ac:spMkLst>
            <pc:docMk/>
            <pc:sldMk cId="816154150" sldId="270"/>
            <ac:spMk id="38" creationId="{55B303E6-94A5-3DF3-EC1B-6F38ABFF2809}"/>
          </ac:spMkLst>
        </pc:spChg>
        <pc:spChg chg="add mod">
          <ac:chgData name="Aarsh Sachdeva" userId="cf57985431923dfa" providerId="LiveId" clId="{168034EC-5E04-40E6-BBC4-F4034C7FECD9}" dt="2026-04-17T06:20:47.855" v="7945" actId="14100"/>
          <ac:spMkLst>
            <pc:docMk/>
            <pc:sldMk cId="816154150" sldId="270"/>
            <ac:spMk id="45" creationId="{04E615D2-7AB8-AAE9-75A2-B64C4DE4B133}"/>
          </ac:spMkLst>
        </pc:spChg>
        <pc:spChg chg="add mod">
          <ac:chgData name="Aarsh Sachdeva" userId="cf57985431923dfa" providerId="LiveId" clId="{168034EC-5E04-40E6-BBC4-F4034C7FECD9}" dt="2026-04-17T06:21:37.092" v="7949" actId="207"/>
          <ac:spMkLst>
            <pc:docMk/>
            <pc:sldMk cId="816154150" sldId="270"/>
            <ac:spMk id="46" creationId="{F6201D34-E088-B543-8311-EFE2967B7E0F}"/>
          </ac:spMkLst>
        </pc:spChg>
        <pc:cxnChg chg="del">
          <ac:chgData name="Aarsh Sachdeva" userId="cf57985431923dfa" providerId="LiveId" clId="{168034EC-5E04-40E6-BBC4-F4034C7FECD9}" dt="2026-04-16T03:15:37.555" v="6778" actId="478"/>
          <ac:cxnSpMkLst>
            <pc:docMk/>
            <pc:sldMk cId="816154150" sldId="270"/>
            <ac:cxnSpMk id="14" creationId="{2D5373AB-BEF0-DB01-7430-F417FCFB1E96}"/>
          </ac:cxnSpMkLst>
        </pc:cxnChg>
        <pc:cxnChg chg="add mod">
          <ac:chgData name="Aarsh Sachdeva" userId="cf57985431923dfa" providerId="LiveId" clId="{168034EC-5E04-40E6-BBC4-F4034C7FECD9}" dt="2026-04-17T06:19:18.884" v="7918" actId="14100"/>
          <ac:cxnSpMkLst>
            <pc:docMk/>
            <pc:sldMk cId="816154150" sldId="270"/>
            <ac:cxnSpMk id="16" creationId="{20AE0A9C-796A-C7BD-EB74-1243F0D4BB9F}"/>
          </ac:cxnSpMkLst>
        </pc:cxnChg>
        <pc:cxnChg chg="add mod">
          <ac:chgData name="Aarsh Sachdeva" userId="cf57985431923dfa" providerId="LiveId" clId="{168034EC-5E04-40E6-BBC4-F4034C7FECD9}" dt="2026-04-17T06:17:49.033" v="7909" actId="1076"/>
          <ac:cxnSpMkLst>
            <pc:docMk/>
            <pc:sldMk cId="816154150" sldId="270"/>
            <ac:cxnSpMk id="18" creationId="{2DAD2F31-EE29-BB58-F511-20989402CA86}"/>
          </ac:cxnSpMkLst>
        </pc:cxnChg>
        <pc:cxnChg chg="del">
          <ac:chgData name="Aarsh Sachdeva" userId="cf57985431923dfa" providerId="LiveId" clId="{168034EC-5E04-40E6-BBC4-F4034C7FECD9}" dt="2026-04-16T03:15:37.555" v="6778" actId="478"/>
          <ac:cxnSpMkLst>
            <pc:docMk/>
            <pc:sldMk cId="816154150" sldId="270"/>
            <ac:cxnSpMk id="21" creationId="{711AD285-9B5A-9605-9B37-D17970AE2C17}"/>
          </ac:cxnSpMkLst>
        </pc:cxnChg>
        <pc:cxnChg chg="add mod">
          <ac:chgData name="Aarsh Sachdeva" userId="cf57985431923dfa" providerId="LiveId" clId="{168034EC-5E04-40E6-BBC4-F4034C7FECD9}" dt="2026-04-17T06:21:58.894" v="7950" actId="1076"/>
          <ac:cxnSpMkLst>
            <pc:docMk/>
            <pc:sldMk cId="816154150" sldId="270"/>
            <ac:cxnSpMk id="24" creationId="{2BB56D78-63C1-80B3-E90C-61E2EEDDE84A}"/>
          </ac:cxnSpMkLst>
        </pc:cxnChg>
        <pc:cxnChg chg="add mod">
          <ac:chgData name="Aarsh Sachdeva" userId="cf57985431923dfa" providerId="LiveId" clId="{168034EC-5E04-40E6-BBC4-F4034C7FECD9}" dt="2026-04-17T06:17:49.033" v="7909" actId="1076"/>
          <ac:cxnSpMkLst>
            <pc:docMk/>
            <pc:sldMk cId="816154150" sldId="270"/>
            <ac:cxnSpMk id="28" creationId="{7803EF84-016E-4FE1-BC72-4EAB538DECEC}"/>
          </ac:cxnSpMkLst>
        </pc:cxnChg>
        <pc:cxnChg chg="add mod">
          <ac:chgData name="Aarsh Sachdeva" userId="cf57985431923dfa" providerId="LiveId" clId="{168034EC-5E04-40E6-BBC4-F4034C7FECD9}" dt="2026-04-17T06:17:49.033" v="7909" actId="1076"/>
          <ac:cxnSpMkLst>
            <pc:docMk/>
            <pc:sldMk cId="816154150" sldId="270"/>
            <ac:cxnSpMk id="29" creationId="{C302EE33-6F74-2496-AFB2-EA190150B712}"/>
          </ac:cxnSpMkLst>
        </pc:cxnChg>
        <pc:cxnChg chg="add mod">
          <ac:chgData name="Aarsh Sachdeva" userId="cf57985431923dfa" providerId="LiveId" clId="{168034EC-5E04-40E6-BBC4-F4034C7FECD9}" dt="2026-04-17T06:17:49.033" v="7909" actId="1076"/>
          <ac:cxnSpMkLst>
            <pc:docMk/>
            <pc:sldMk cId="816154150" sldId="270"/>
            <ac:cxnSpMk id="30" creationId="{806347D2-4458-09A8-7BB4-D5ECA8254367}"/>
          </ac:cxnSpMkLst>
        </pc:cxnChg>
        <pc:cxnChg chg="add mod">
          <ac:chgData name="Aarsh Sachdeva" userId="cf57985431923dfa" providerId="LiveId" clId="{168034EC-5E04-40E6-BBC4-F4034C7FECD9}" dt="2026-04-17T06:19:52.771" v="7922" actId="14100"/>
          <ac:cxnSpMkLst>
            <pc:docMk/>
            <pc:sldMk cId="816154150" sldId="270"/>
            <ac:cxnSpMk id="33" creationId="{6771A0AC-2723-E680-68A5-7243A7E08712}"/>
          </ac:cxnSpMkLst>
        </pc:cxnChg>
        <pc:cxnChg chg="add mod">
          <ac:chgData name="Aarsh Sachdeva" userId="cf57985431923dfa" providerId="LiveId" clId="{168034EC-5E04-40E6-BBC4-F4034C7FECD9}" dt="2026-04-17T06:20:04.274" v="7924" actId="1076"/>
          <ac:cxnSpMkLst>
            <pc:docMk/>
            <pc:sldMk cId="816154150" sldId="270"/>
            <ac:cxnSpMk id="36" creationId="{C6C440CD-BD50-ED60-7671-7CD9E500E47D}"/>
          </ac:cxnSpMkLst>
        </pc:cxnChg>
        <pc:cxnChg chg="add mod">
          <ac:chgData name="Aarsh Sachdeva" userId="cf57985431923dfa" providerId="LiveId" clId="{168034EC-5E04-40E6-BBC4-F4034C7FECD9}" dt="2026-04-17T06:20:24.481" v="7927" actId="14100"/>
          <ac:cxnSpMkLst>
            <pc:docMk/>
            <pc:sldMk cId="816154150" sldId="270"/>
            <ac:cxnSpMk id="43" creationId="{821B7D90-43EF-E724-CF83-D9BAFEB05822}"/>
          </ac:cxnSpMkLst>
        </pc:cxnChg>
      </pc:sldChg>
      <pc:sldChg chg="addSp delSp modSp add mod">
        <pc:chgData name="Aarsh Sachdeva" userId="cf57985431923dfa" providerId="LiveId" clId="{168034EC-5E04-40E6-BBC4-F4034C7FECD9}" dt="2026-04-17T16:38:52.838" v="10653" actId="14100"/>
        <pc:sldMkLst>
          <pc:docMk/>
          <pc:sldMk cId="3415696841" sldId="271"/>
        </pc:sldMkLst>
        <pc:spChg chg="del">
          <ac:chgData name="Aarsh Sachdeva" userId="cf57985431923dfa" providerId="LiveId" clId="{168034EC-5E04-40E6-BBC4-F4034C7FECD9}" dt="2026-04-17T06:31:49.377" v="7953" actId="478"/>
          <ac:spMkLst>
            <pc:docMk/>
            <pc:sldMk cId="3415696841" sldId="271"/>
            <ac:spMk id="2" creationId="{EDD66116-E1D3-3699-D118-73B97B6CEB01}"/>
          </ac:spMkLst>
        </pc:spChg>
        <pc:spChg chg="del">
          <ac:chgData name="Aarsh Sachdeva" userId="cf57985431923dfa" providerId="LiveId" clId="{168034EC-5E04-40E6-BBC4-F4034C7FECD9}" dt="2026-04-17T06:31:49.377" v="7953" actId="478"/>
          <ac:spMkLst>
            <pc:docMk/>
            <pc:sldMk cId="3415696841" sldId="271"/>
            <ac:spMk id="3" creationId="{77B79E00-F4E8-88A5-49AB-430BA2470E5D}"/>
          </ac:spMkLst>
        </pc:spChg>
        <pc:spChg chg="del">
          <ac:chgData name="Aarsh Sachdeva" userId="cf57985431923dfa" providerId="LiveId" clId="{168034EC-5E04-40E6-BBC4-F4034C7FECD9}" dt="2026-04-17T06:31:49.377" v="7953" actId="478"/>
          <ac:spMkLst>
            <pc:docMk/>
            <pc:sldMk cId="3415696841" sldId="271"/>
            <ac:spMk id="4" creationId="{1CCFBAB9-2824-DF15-AD59-B62B4E1176FD}"/>
          </ac:spMkLst>
        </pc:spChg>
        <pc:spChg chg="add del mod">
          <ac:chgData name="Aarsh Sachdeva" userId="cf57985431923dfa" providerId="LiveId" clId="{168034EC-5E04-40E6-BBC4-F4034C7FECD9}" dt="2026-04-17T15:59:26.657" v="9423" actId="1076"/>
          <ac:spMkLst>
            <pc:docMk/>
            <pc:sldMk cId="3415696841" sldId="271"/>
            <ac:spMk id="5" creationId="{54C7F139-788A-59E6-A21D-1A60FD853CF6}"/>
          </ac:spMkLst>
        </pc:spChg>
        <pc:spChg chg="add del mod">
          <ac:chgData name="Aarsh Sachdeva" userId="cf57985431923dfa" providerId="LiveId" clId="{168034EC-5E04-40E6-BBC4-F4034C7FECD9}" dt="2026-04-17T14:59:52.661" v="8342" actId="21"/>
          <ac:spMkLst>
            <pc:docMk/>
            <pc:sldMk cId="3415696841" sldId="271"/>
            <ac:spMk id="9" creationId="{91599AA9-90C0-1612-2C3C-3957F87F6956}"/>
          </ac:spMkLst>
        </pc:spChg>
        <pc:spChg chg="del">
          <ac:chgData name="Aarsh Sachdeva" userId="cf57985431923dfa" providerId="LiveId" clId="{168034EC-5E04-40E6-BBC4-F4034C7FECD9}" dt="2026-04-17T06:31:49.377" v="7953" actId="478"/>
          <ac:spMkLst>
            <pc:docMk/>
            <pc:sldMk cId="3415696841" sldId="271"/>
            <ac:spMk id="10" creationId="{F25ECCBB-089E-079E-9953-1DECA09A5D4C}"/>
          </ac:spMkLst>
        </pc:spChg>
        <pc:spChg chg="del">
          <ac:chgData name="Aarsh Sachdeva" userId="cf57985431923dfa" providerId="LiveId" clId="{168034EC-5E04-40E6-BBC4-F4034C7FECD9}" dt="2026-04-17T06:31:49.377" v="7953" actId="478"/>
          <ac:spMkLst>
            <pc:docMk/>
            <pc:sldMk cId="3415696841" sldId="271"/>
            <ac:spMk id="13" creationId="{F6ED3E69-E05C-BC4D-320D-0293C6B7F7CA}"/>
          </ac:spMkLst>
        </pc:spChg>
        <pc:spChg chg="del">
          <ac:chgData name="Aarsh Sachdeva" userId="cf57985431923dfa" providerId="LiveId" clId="{168034EC-5E04-40E6-BBC4-F4034C7FECD9}" dt="2026-04-17T06:31:49.377" v="7953" actId="478"/>
          <ac:spMkLst>
            <pc:docMk/>
            <pc:sldMk cId="3415696841" sldId="271"/>
            <ac:spMk id="17" creationId="{CFFCF07A-5C2E-CDCC-F2B7-12D80B2FAE79}"/>
          </ac:spMkLst>
        </pc:spChg>
        <pc:spChg chg="del">
          <ac:chgData name="Aarsh Sachdeva" userId="cf57985431923dfa" providerId="LiveId" clId="{168034EC-5E04-40E6-BBC4-F4034C7FECD9}" dt="2026-04-17T06:31:49.377" v="7953" actId="478"/>
          <ac:spMkLst>
            <pc:docMk/>
            <pc:sldMk cId="3415696841" sldId="271"/>
            <ac:spMk id="22" creationId="{BD27A5A0-6061-1D76-AEDF-28A382F885E5}"/>
          </ac:spMkLst>
        </pc:spChg>
        <pc:spChg chg="del">
          <ac:chgData name="Aarsh Sachdeva" userId="cf57985431923dfa" providerId="LiveId" clId="{168034EC-5E04-40E6-BBC4-F4034C7FECD9}" dt="2026-04-17T06:31:49.377" v="7953" actId="478"/>
          <ac:spMkLst>
            <pc:docMk/>
            <pc:sldMk cId="3415696841" sldId="271"/>
            <ac:spMk id="38" creationId="{AD18181B-5A32-094D-B4F2-8EB82ABB106E}"/>
          </ac:spMkLst>
        </pc:spChg>
        <pc:spChg chg="del">
          <ac:chgData name="Aarsh Sachdeva" userId="cf57985431923dfa" providerId="LiveId" clId="{168034EC-5E04-40E6-BBC4-F4034C7FECD9}" dt="2026-04-17T06:31:49.377" v="7953" actId="478"/>
          <ac:spMkLst>
            <pc:docMk/>
            <pc:sldMk cId="3415696841" sldId="271"/>
            <ac:spMk id="45" creationId="{85256BEA-23BA-727E-9264-6544C959D065}"/>
          </ac:spMkLst>
        </pc:spChg>
        <pc:spChg chg="del">
          <ac:chgData name="Aarsh Sachdeva" userId="cf57985431923dfa" providerId="LiveId" clId="{168034EC-5E04-40E6-BBC4-F4034C7FECD9}" dt="2026-04-17T06:31:49.377" v="7953" actId="478"/>
          <ac:spMkLst>
            <pc:docMk/>
            <pc:sldMk cId="3415696841" sldId="271"/>
            <ac:spMk id="46" creationId="{B2E393FA-7633-F559-9574-8E1310641491}"/>
          </ac:spMkLst>
        </pc:spChg>
        <pc:spChg chg="add del mod">
          <ac:chgData name="Aarsh Sachdeva" userId="cf57985431923dfa" providerId="LiveId" clId="{168034EC-5E04-40E6-BBC4-F4034C7FECD9}" dt="2026-04-17T14:59:52.661" v="8342" actId="21"/>
          <ac:spMkLst>
            <pc:docMk/>
            <pc:sldMk cId="3415696841" sldId="271"/>
            <ac:spMk id="50" creationId="{578ECD4A-D609-90DF-A97D-7845191B5B8B}"/>
          </ac:spMkLst>
        </pc:spChg>
        <pc:spChg chg="add del mod">
          <ac:chgData name="Aarsh Sachdeva" userId="cf57985431923dfa" providerId="LiveId" clId="{168034EC-5E04-40E6-BBC4-F4034C7FECD9}" dt="2026-04-17T14:59:52.661" v="8342" actId="21"/>
          <ac:spMkLst>
            <pc:docMk/>
            <pc:sldMk cId="3415696841" sldId="271"/>
            <ac:spMk id="51" creationId="{836F6947-A205-590E-271C-F99589822BB8}"/>
          </ac:spMkLst>
        </pc:spChg>
        <pc:spChg chg="add del mod">
          <ac:chgData name="Aarsh Sachdeva" userId="cf57985431923dfa" providerId="LiveId" clId="{168034EC-5E04-40E6-BBC4-F4034C7FECD9}" dt="2026-04-17T14:59:52.661" v="8342" actId="21"/>
          <ac:spMkLst>
            <pc:docMk/>
            <pc:sldMk cId="3415696841" sldId="271"/>
            <ac:spMk id="53" creationId="{3AEA5926-FBD8-704F-6ABD-EEEDFB3CA0B1}"/>
          </ac:spMkLst>
        </pc:spChg>
        <pc:spChg chg="add del mod">
          <ac:chgData name="Aarsh Sachdeva" userId="cf57985431923dfa" providerId="LiveId" clId="{168034EC-5E04-40E6-BBC4-F4034C7FECD9}" dt="2026-04-17T14:59:52.661" v="8342" actId="21"/>
          <ac:spMkLst>
            <pc:docMk/>
            <pc:sldMk cId="3415696841" sldId="271"/>
            <ac:spMk id="54" creationId="{199AB61A-43D7-8AEC-898E-A393C9187EE8}"/>
          </ac:spMkLst>
        </pc:spChg>
        <pc:spChg chg="add mod">
          <ac:chgData name="Aarsh Sachdeva" userId="cf57985431923dfa" providerId="LiveId" clId="{168034EC-5E04-40E6-BBC4-F4034C7FECD9}" dt="2026-04-17T15:59:30.322" v="9424" actId="1076"/>
          <ac:spMkLst>
            <pc:docMk/>
            <pc:sldMk cId="3415696841" sldId="271"/>
            <ac:spMk id="55" creationId="{0287A11F-37C3-6197-BCEE-DEC74954895A}"/>
          </ac:spMkLst>
        </pc:spChg>
        <pc:spChg chg="add mod">
          <ac:chgData name="Aarsh Sachdeva" userId="cf57985431923dfa" providerId="LiveId" clId="{168034EC-5E04-40E6-BBC4-F4034C7FECD9}" dt="2026-04-17T16:38:35.522" v="10648" actId="14100"/>
          <ac:spMkLst>
            <pc:docMk/>
            <pc:sldMk cId="3415696841" sldId="271"/>
            <ac:spMk id="56" creationId="{0863C701-E531-9EA3-B84B-EC9ACE40D044}"/>
          </ac:spMkLst>
        </pc:spChg>
        <pc:spChg chg="add mod">
          <ac:chgData name="Aarsh Sachdeva" userId="cf57985431923dfa" providerId="LiveId" clId="{168034EC-5E04-40E6-BBC4-F4034C7FECD9}" dt="2026-04-17T16:01:23.628" v="9443" actId="1076"/>
          <ac:spMkLst>
            <pc:docMk/>
            <pc:sldMk cId="3415696841" sldId="271"/>
            <ac:spMk id="61" creationId="{80853D08-C0C1-BDCA-9C33-0D79E63DB454}"/>
          </ac:spMkLst>
        </pc:spChg>
        <pc:spChg chg="add">
          <ac:chgData name="Aarsh Sachdeva" userId="cf57985431923dfa" providerId="LiveId" clId="{168034EC-5E04-40E6-BBC4-F4034C7FECD9}" dt="2026-04-17T16:01:37.959" v="9444" actId="11529"/>
          <ac:spMkLst>
            <pc:docMk/>
            <pc:sldMk cId="3415696841" sldId="271"/>
            <ac:spMk id="62" creationId="{4F3AC8FC-A54D-1B7F-C687-73D167AD7517}"/>
          </ac:spMkLst>
        </pc:spChg>
        <pc:spChg chg="add mod">
          <ac:chgData name="Aarsh Sachdeva" userId="cf57985431923dfa" providerId="LiveId" clId="{168034EC-5E04-40E6-BBC4-F4034C7FECD9}" dt="2026-04-17T16:01:49.053" v="9448" actId="1076"/>
          <ac:spMkLst>
            <pc:docMk/>
            <pc:sldMk cId="3415696841" sldId="271"/>
            <ac:spMk id="63" creationId="{C032E479-D78C-D60D-B20E-2DE6869CD19C}"/>
          </ac:spMkLst>
        </pc:spChg>
        <pc:spChg chg="add mod">
          <ac:chgData name="Aarsh Sachdeva" userId="cf57985431923dfa" providerId="LiveId" clId="{168034EC-5E04-40E6-BBC4-F4034C7FECD9}" dt="2026-04-17T16:01:56.843" v="9450" actId="1076"/>
          <ac:spMkLst>
            <pc:docMk/>
            <pc:sldMk cId="3415696841" sldId="271"/>
            <ac:spMk id="64" creationId="{3EC6BCAA-72EE-CDD3-EA0D-3D02077A2020}"/>
          </ac:spMkLst>
        </pc:spChg>
        <pc:spChg chg="add mod">
          <ac:chgData name="Aarsh Sachdeva" userId="cf57985431923dfa" providerId="LiveId" clId="{168034EC-5E04-40E6-BBC4-F4034C7FECD9}" dt="2026-04-17T16:02:11.200" v="9459" actId="20577"/>
          <ac:spMkLst>
            <pc:docMk/>
            <pc:sldMk cId="3415696841" sldId="271"/>
            <ac:spMk id="65" creationId="{EDA686F5-3E04-E7BA-D07E-555FA223B2A0}"/>
          </ac:spMkLst>
        </pc:spChg>
        <pc:spChg chg="add mod">
          <ac:chgData name="Aarsh Sachdeva" userId="cf57985431923dfa" providerId="LiveId" clId="{168034EC-5E04-40E6-BBC4-F4034C7FECD9}" dt="2026-04-17T16:02:22.852" v="9468" actId="20577"/>
          <ac:spMkLst>
            <pc:docMk/>
            <pc:sldMk cId="3415696841" sldId="271"/>
            <ac:spMk id="66" creationId="{663DB5DD-9C5C-6212-30BE-184B0B8526C5}"/>
          </ac:spMkLst>
        </pc:spChg>
        <pc:spChg chg="add mod">
          <ac:chgData name="Aarsh Sachdeva" userId="cf57985431923dfa" providerId="LiveId" clId="{168034EC-5E04-40E6-BBC4-F4034C7FECD9}" dt="2026-04-17T16:03:10.137" v="9509" actId="14100"/>
          <ac:spMkLst>
            <pc:docMk/>
            <pc:sldMk cId="3415696841" sldId="271"/>
            <ac:spMk id="67" creationId="{BC70844B-7514-6BE7-1982-C716E65D8439}"/>
          </ac:spMkLst>
        </pc:spChg>
        <pc:spChg chg="add mod">
          <ac:chgData name="Aarsh Sachdeva" userId="cf57985431923dfa" providerId="LiveId" clId="{168034EC-5E04-40E6-BBC4-F4034C7FECD9}" dt="2026-04-17T16:05:51.146" v="9702" actId="20577"/>
          <ac:spMkLst>
            <pc:docMk/>
            <pc:sldMk cId="3415696841" sldId="271"/>
            <ac:spMk id="68" creationId="{3949E82D-7C12-9943-EF51-BA8D80991B98}"/>
          </ac:spMkLst>
        </pc:spChg>
        <pc:spChg chg="add mod">
          <ac:chgData name="Aarsh Sachdeva" userId="cf57985431923dfa" providerId="LiveId" clId="{168034EC-5E04-40E6-BBC4-F4034C7FECD9}" dt="2026-04-17T16:07:56.507" v="9716" actId="207"/>
          <ac:spMkLst>
            <pc:docMk/>
            <pc:sldMk cId="3415696841" sldId="271"/>
            <ac:spMk id="69" creationId="{90601E55-E8CC-0297-464F-7C3984D909C6}"/>
          </ac:spMkLst>
        </pc:spChg>
        <pc:spChg chg="add mod">
          <ac:chgData name="Aarsh Sachdeva" userId="cf57985431923dfa" providerId="LiveId" clId="{168034EC-5E04-40E6-BBC4-F4034C7FECD9}" dt="2026-04-17T16:08:10.746" v="9717" actId="208"/>
          <ac:spMkLst>
            <pc:docMk/>
            <pc:sldMk cId="3415696841" sldId="271"/>
            <ac:spMk id="70" creationId="{281EEDC9-377D-DE57-1F9B-0DBC0D7F4B5F}"/>
          </ac:spMkLst>
        </pc:spChg>
        <pc:spChg chg="add mod">
          <ac:chgData name="Aarsh Sachdeva" userId="cf57985431923dfa" providerId="LiveId" clId="{168034EC-5E04-40E6-BBC4-F4034C7FECD9}" dt="2026-04-17T16:07:56.507" v="9716" actId="207"/>
          <ac:spMkLst>
            <pc:docMk/>
            <pc:sldMk cId="3415696841" sldId="271"/>
            <ac:spMk id="71" creationId="{AEACC56A-F0AB-1D95-B590-06A039B68959}"/>
          </ac:spMkLst>
        </pc:spChg>
        <pc:spChg chg="add mod">
          <ac:chgData name="Aarsh Sachdeva" userId="cf57985431923dfa" providerId="LiveId" clId="{168034EC-5E04-40E6-BBC4-F4034C7FECD9}" dt="2026-04-17T16:07:56.507" v="9716" actId="207"/>
          <ac:spMkLst>
            <pc:docMk/>
            <pc:sldMk cId="3415696841" sldId="271"/>
            <ac:spMk id="72" creationId="{84AF829E-B219-879F-BB03-1AB7EEECA7A9}"/>
          </ac:spMkLst>
        </pc:spChg>
        <pc:picChg chg="add del">
          <ac:chgData name="Aarsh Sachdeva" userId="cf57985431923dfa" providerId="LiveId" clId="{168034EC-5E04-40E6-BBC4-F4034C7FECD9}" dt="2026-04-17T06:51:00.008" v="8081" actId="478"/>
          <ac:picMkLst>
            <pc:docMk/>
            <pc:sldMk cId="3415696841" sldId="271"/>
            <ac:picMk id="8" creationId="{C0CA889B-EF8C-0A06-A873-54FD277A6A9A}"/>
          </ac:picMkLst>
        </pc:picChg>
        <pc:picChg chg="add mod">
          <ac:chgData name="Aarsh Sachdeva" userId="cf57985431923dfa" providerId="LiveId" clId="{168034EC-5E04-40E6-BBC4-F4034C7FECD9}" dt="2026-04-17T16:01:43.693" v="9447" actId="1076"/>
          <ac:picMkLst>
            <pc:docMk/>
            <pc:sldMk cId="3415696841" sldId="271"/>
            <ac:picMk id="58" creationId="{AE0B0633-0EF0-990C-6431-95E19F1292E8}"/>
          </ac:picMkLst>
        </pc:picChg>
        <pc:picChg chg="add mod">
          <ac:chgData name="Aarsh Sachdeva" userId="cf57985431923dfa" providerId="LiveId" clId="{168034EC-5E04-40E6-BBC4-F4034C7FECD9}" dt="2026-04-17T16:38:52.838" v="10653" actId="14100"/>
          <ac:picMkLst>
            <pc:docMk/>
            <pc:sldMk cId="3415696841" sldId="271"/>
            <ac:picMk id="74" creationId="{B7A7B7F0-E771-49C2-5686-A23EC7FD2776}"/>
          </ac:picMkLst>
        </pc:picChg>
        <pc:cxnChg chg="add del">
          <ac:chgData name="Aarsh Sachdeva" userId="cf57985431923dfa" providerId="LiveId" clId="{168034EC-5E04-40E6-BBC4-F4034C7FECD9}" dt="2026-04-17T14:30:24.931" v="8135" actId="478"/>
          <ac:cxnSpMkLst>
            <pc:docMk/>
            <pc:sldMk cId="3415696841" sldId="271"/>
            <ac:cxnSpMk id="12" creationId="{1D27248B-9549-94C9-7184-4F12AFCA9BB0}"/>
          </ac:cxnSpMkLst>
        </pc:cxnChg>
        <pc:cxnChg chg="add del mod">
          <ac:chgData name="Aarsh Sachdeva" userId="cf57985431923dfa" providerId="LiveId" clId="{168034EC-5E04-40E6-BBC4-F4034C7FECD9}" dt="2026-04-17T14:30:24.931" v="8135" actId="478"/>
          <ac:cxnSpMkLst>
            <pc:docMk/>
            <pc:sldMk cId="3415696841" sldId="271"/>
            <ac:cxnSpMk id="14" creationId="{5EA7CA0F-9F71-D7E6-BD36-E38311AB3DE2}"/>
          </ac:cxnSpMkLst>
        </pc:cxnChg>
        <pc:cxnChg chg="add del mod">
          <ac:chgData name="Aarsh Sachdeva" userId="cf57985431923dfa" providerId="LiveId" clId="{168034EC-5E04-40E6-BBC4-F4034C7FECD9}" dt="2026-04-17T14:30:24.931" v="8135" actId="478"/>
          <ac:cxnSpMkLst>
            <pc:docMk/>
            <pc:sldMk cId="3415696841" sldId="271"/>
            <ac:cxnSpMk id="15" creationId="{2B380098-8D2F-5322-F494-C3B12222993B}"/>
          </ac:cxnSpMkLst>
        </pc:cxnChg>
        <pc:cxnChg chg="add del">
          <ac:chgData name="Aarsh Sachdeva" userId="cf57985431923dfa" providerId="LiveId" clId="{168034EC-5E04-40E6-BBC4-F4034C7FECD9}" dt="2026-04-17T14:33:41.896" v="8204" actId="478"/>
          <ac:cxnSpMkLst>
            <pc:docMk/>
            <pc:sldMk cId="3415696841" sldId="271"/>
            <ac:cxnSpMk id="23" creationId="{D3CB569B-F76D-CDFC-2D4E-43F879697DE5}"/>
          </ac:cxnSpMkLst>
        </pc:cxnChg>
        <pc:cxnChg chg="add del">
          <ac:chgData name="Aarsh Sachdeva" userId="cf57985431923dfa" providerId="LiveId" clId="{168034EC-5E04-40E6-BBC4-F4034C7FECD9}" dt="2026-04-17T14:33:56.752" v="8206" actId="478"/>
          <ac:cxnSpMkLst>
            <pc:docMk/>
            <pc:sldMk cId="3415696841" sldId="271"/>
            <ac:cxnSpMk id="26" creationId="{5D8F0277-418F-CB6E-7EC4-708F4D015381}"/>
          </ac:cxnSpMkLst>
        </pc:cxnChg>
        <pc:cxnChg chg="add del mod">
          <ac:chgData name="Aarsh Sachdeva" userId="cf57985431923dfa" providerId="LiveId" clId="{168034EC-5E04-40E6-BBC4-F4034C7FECD9}" dt="2026-04-17T14:35:21.899" v="8221" actId="478"/>
          <ac:cxnSpMkLst>
            <pc:docMk/>
            <pc:sldMk cId="3415696841" sldId="271"/>
            <ac:cxnSpMk id="31" creationId="{FA53FC12-A93C-F8DE-3538-336D1B4C134E}"/>
          </ac:cxnSpMkLst>
        </pc:cxnChg>
        <pc:cxnChg chg="add del mod">
          <ac:chgData name="Aarsh Sachdeva" userId="cf57985431923dfa" providerId="LiveId" clId="{168034EC-5E04-40E6-BBC4-F4034C7FECD9}" dt="2026-04-17T14:59:52.661" v="8342" actId="21"/>
          <ac:cxnSpMkLst>
            <pc:docMk/>
            <pc:sldMk cId="3415696841" sldId="271"/>
            <ac:cxnSpMk id="49" creationId="{B36865EC-3AB0-8376-6D03-EA1DE5C0A9ED}"/>
          </ac:cxnSpMkLst>
        </pc:cxnChg>
        <pc:cxnChg chg="add del mod">
          <ac:chgData name="Aarsh Sachdeva" userId="cf57985431923dfa" providerId="LiveId" clId="{168034EC-5E04-40E6-BBC4-F4034C7FECD9}" dt="2026-04-17T14:59:52.661" v="8342" actId="21"/>
          <ac:cxnSpMkLst>
            <pc:docMk/>
            <pc:sldMk cId="3415696841" sldId="271"/>
            <ac:cxnSpMk id="52" creationId="{DDF42642-539F-773D-004E-8EFC4F8E4698}"/>
          </ac:cxnSpMkLst>
        </pc:cxnChg>
        <pc:cxnChg chg="add">
          <ac:chgData name="Aarsh Sachdeva" userId="cf57985431923dfa" providerId="LiveId" clId="{168034EC-5E04-40E6-BBC4-F4034C7FECD9}" dt="2026-04-17T16:00:41.129" v="9426" actId="11529"/>
          <ac:cxnSpMkLst>
            <pc:docMk/>
            <pc:sldMk cId="3415696841" sldId="271"/>
            <ac:cxnSpMk id="60" creationId="{EE970F2B-0678-D1A4-2009-16472C1A2E50}"/>
          </ac:cxnSpMkLst>
        </pc:cxnChg>
      </pc:sldChg>
      <pc:sldChg chg="addSp delSp modSp add mod">
        <pc:chgData name="Aarsh Sachdeva" userId="cf57985431923dfa" providerId="LiveId" clId="{168034EC-5E04-40E6-BBC4-F4034C7FECD9}" dt="2026-04-17T06:50:01.133" v="8076" actId="14100"/>
        <pc:sldMkLst>
          <pc:docMk/>
          <pc:sldMk cId="464315114" sldId="272"/>
        </pc:sldMkLst>
        <pc:spChg chg="del">
          <ac:chgData name="Aarsh Sachdeva" userId="cf57985431923dfa" providerId="LiveId" clId="{168034EC-5E04-40E6-BBC4-F4034C7FECD9}" dt="2026-04-17T06:48:21.713" v="8065" actId="478"/>
          <ac:spMkLst>
            <pc:docMk/>
            <pc:sldMk cId="464315114" sldId="272"/>
            <ac:spMk id="5" creationId="{A068C190-0DA8-28B8-053A-961B72E83EBF}"/>
          </ac:spMkLst>
        </pc:spChg>
        <pc:spChg chg="add mod">
          <ac:chgData name="Aarsh Sachdeva" userId="cf57985431923dfa" providerId="LiveId" clId="{168034EC-5E04-40E6-BBC4-F4034C7FECD9}" dt="2026-04-17T06:48:40.289" v="8070" actId="1076"/>
          <ac:spMkLst>
            <pc:docMk/>
            <pc:sldMk cId="464315114" sldId="272"/>
            <ac:spMk id="7" creationId="{736F6074-FDFF-3186-7573-930B3E15BEFF}"/>
          </ac:spMkLst>
        </pc:spChg>
        <pc:picChg chg="add mod">
          <ac:chgData name="Aarsh Sachdeva" userId="cf57985431923dfa" providerId="LiveId" clId="{168034EC-5E04-40E6-BBC4-F4034C7FECD9}" dt="2026-04-17T06:50:01.133" v="8076" actId="14100"/>
          <ac:picMkLst>
            <pc:docMk/>
            <pc:sldMk cId="464315114" sldId="272"/>
            <ac:picMk id="3" creationId="{624405C4-C2DA-C11C-71E3-14A1563E9A6C}"/>
          </ac:picMkLst>
        </pc:picChg>
        <pc:picChg chg="add mod">
          <ac:chgData name="Aarsh Sachdeva" userId="cf57985431923dfa" providerId="LiveId" clId="{168034EC-5E04-40E6-BBC4-F4034C7FECD9}" dt="2026-04-17T06:50:01.133" v="8076" actId="14100"/>
          <ac:picMkLst>
            <pc:docMk/>
            <pc:sldMk cId="464315114" sldId="272"/>
            <ac:picMk id="6" creationId="{0F232050-AB83-0896-419D-42F3DE810D93}"/>
          </ac:picMkLst>
        </pc:picChg>
      </pc:sldChg>
      <pc:sldChg chg="addSp delSp modSp add mod ord">
        <pc:chgData name="Aarsh Sachdeva" userId="cf57985431923dfa" providerId="LiveId" clId="{168034EC-5E04-40E6-BBC4-F4034C7FECD9}" dt="2026-04-17T16:48:03.349" v="10965" actId="208"/>
        <pc:sldMkLst>
          <pc:docMk/>
          <pc:sldMk cId="1824706874" sldId="273"/>
        </pc:sldMkLst>
        <pc:spChg chg="add mod">
          <ac:chgData name="Aarsh Sachdeva" userId="cf57985431923dfa" providerId="LiveId" clId="{168034EC-5E04-40E6-BBC4-F4034C7FECD9}" dt="2026-04-17T16:48:03.349" v="10965" actId="208"/>
          <ac:spMkLst>
            <pc:docMk/>
            <pc:sldMk cId="1824706874" sldId="273"/>
            <ac:spMk id="4" creationId="{8611A5F9-0961-6298-6D77-9BFE945036E1}"/>
          </ac:spMkLst>
        </pc:spChg>
        <pc:spChg chg="del">
          <ac:chgData name="Aarsh Sachdeva" userId="cf57985431923dfa" providerId="LiveId" clId="{168034EC-5E04-40E6-BBC4-F4034C7FECD9}" dt="2026-04-17T16:45:51.198" v="10884" actId="478"/>
          <ac:spMkLst>
            <pc:docMk/>
            <pc:sldMk cId="1824706874" sldId="273"/>
            <ac:spMk id="5" creationId="{4CD0FA1A-EF31-47A2-138D-DA2EA12A9C5B}"/>
          </ac:spMkLst>
        </pc:spChg>
        <pc:picChg chg="add mod">
          <ac:chgData name="Aarsh Sachdeva" userId="cf57985431923dfa" providerId="LiveId" clId="{168034EC-5E04-40E6-BBC4-F4034C7FECD9}" dt="2026-04-17T06:51:40.094" v="8088" actId="1076"/>
          <ac:picMkLst>
            <pc:docMk/>
            <pc:sldMk cId="1824706874" sldId="273"/>
            <ac:picMk id="3" creationId="{C85F0A3F-F222-55E4-5B32-06C9BC64FA77}"/>
          </ac:picMkLst>
        </pc:picChg>
        <pc:picChg chg="mod">
          <ac:chgData name="Aarsh Sachdeva" userId="cf57985431923dfa" providerId="LiveId" clId="{168034EC-5E04-40E6-BBC4-F4034C7FECD9}" dt="2026-04-17T16:45:47.465" v="10883" actId="1076"/>
          <ac:picMkLst>
            <pc:docMk/>
            <pc:sldMk cId="1824706874" sldId="273"/>
            <ac:picMk id="8" creationId="{6EE3B289-4B6E-D1AD-16D7-01ED13297AD9}"/>
          </ac:picMkLst>
        </pc:picChg>
      </pc:sldChg>
      <pc:sldChg chg="addSp delSp modSp add mod">
        <pc:chgData name="Aarsh Sachdeva" userId="cf57985431923dfa" providerId="LiveId" clId="{168034EC-5E04-40E6-BBC4-F4034C7FECD9}" dt="2026-04-17T21:23:32.069" v="13940" actId="20577"/>
        <pc:sldMkLst>
          <pc:docMk/>
          <pc:sldMk cId="2291028951" sldId="274"/>
        </pc:sldMkLst>
        <pc:spChg chg="add mod">
          <ac:chgData name="Aarsh Sachdeva" userId="cf57985431923dfa" providerId="LiveId" clId="{168034EC-5E04-40E6-BBC4-F4034C7FECD9}" dt="2026-04-17T21:23:32.069" v="13940" actId="20577"/>
          <ac:spMkLst>
            <pc:docMk/>
            <pc:sldMk cId="2291028951" sldId="274"/>
            <ac:spMk id="2" creationId="{0CF9B52B-C53E-28F4-FACA-88EF26084CF0}"/>
          </ac:spMkLst>
        </pc:spChg>
        <pc:spChg chg="add mod">
          <ac:chgData name="Aarsh Sachdeva" userId="cf57985431923dfa" providerId="LiveId" clId="{168034EC-5E04-40E6-BBC4-F4034C7FECD9}" dt="2026-04-17T16:45:16.751" v="10881" actId="20577"/>
          <ac:spMkLst>
            <pc:docMk/>
            <pc:sldMk cId="2291028951" sldId="274"/>
            <ac:spMk id="3" creationId="{CEF2E234-DAE8-7122-D613-327784FF55BB}"/>
          </ac:spMkLst>
        </pc:spChg>
        <pc:spChg chg="del">
          <ac:chgData name="Aarsh Sachdeva" userId="cf57985431923dfa" providerId="LiveId" clId="{168034EC-5E04-40E6-BBC4-F4034C7FECD9}" dt="2026-04-17T16:22:44.254" v="9719" actId="478"/>
          <ac:spMkLst>
            <pc:docMk/>
            <pc:sldMk cId="2291028951" sldId="274"/>
            <ac:spMk id="55" creationId="{1FDAC7C8-305D-8887-B3FE-2B8CA1BD1B52}"/>
          </ac:spMkLst>
        </pc:spChg>
        <pc:spChg chg="del">
          <ac:chgData name="Aarsh Sachdeva" userId="cf57985431923dfa" providerId="LiveId" clId="{168034EC-5E04-40E6-BBC4-F4034C7FECD9}" dt="2026-04-17T16:22:44.254" v="9719" actId="478"/>
          <ac:spMkLst>
            <pc:docMk/>
            <pc:sldMk cId="2291028951" sldId="274"/>
            <ac:spMk id="56" creationId="{327F1E98-6B18-A845-C139-09F98F5A5B85}"/>
          </ac:spMkLst>
        </pc:spChg>
        <pc:spChg chg="del">
          <ac:chgData name="Aarsh Sachdeva" userId="cf57985431923dfa" providerId="LiveId" clId="{168034EC-5E04-40E6-BBC4-F4034C7FECD9}" dt="2026-04-17T16:22:44.254" v="9719" actId="478"/>
          <ac:spMkLst>
            <pc:docMk/>
            <pc:sldMk cId="2291028951" sldId="274"/>
            <ac:spMk id="62" creationId="{3ED7D5E0-E183-295E-38A0-6EF2B0430D93}"/>
          </ac:spMkLst>
        </pc:spChg>
        <pc:spChg chg="del">
          <ac:chgData name="Aarsh Sachdeva" userId="cf57985431923dfa" providerId="LiveId" clId="{168034EC-5E04-40E6-BBC4-F4034C7FECD9}" dt="2026-04-17T16:22:44.254" v="9719" actId="478"/>
          <ac:spMkLst>
            <pc:docMk/>
            <pc:sldMk cId="2291028951" sldId="274"/>
            <ac:spMk id="63" creationId="{EE0F9067-FE93-F579-13B2-94B0FA2F36CF}"/>
          </ac:spMkLst>
        </pc:spChg>
        <pc:spChg chg="del">
          <ac:chgData name="Aarsh Sachdeva" userId="cf57985431923dfa" providerId="LiveId" clId="{168034EC-5E04-40E6-BBC4-F4034C7FECD9}" dt="2026-04-17T16:22:44.254" v="9719" actId="478"/>
          <ac:spMkLst>
            <pc:docMk/>
            <pc:sldMk cId="2291028951" sldId="274"/>
            <ac:spMk id="66" creationId="{79D349E0-BB8B-FCB9-734E-B5A02E6B0D57}"/>
          </ac:spMkLst>
        </pc:spChg>
        <pc:spChg chg="del">
          <ac:chgData name="Aarsh Sachdeva" userId="cf57985431923dfa" providerId="LiveId" clId="{168034EC-5E04-40E6-BBC4-F4034C7FECD9}" dt="2026-04-17T16:22:44.254" v="9719" actId="478"/>
          <ac:spMkLst>
            <pc:docMk/>
            <pc:sldMk cId="2291028951" sldId="274"/>
            <ac:spMk id="67" creationId="{5B160D71-D8D3-0C92-7D7F-C2DD6B317519}"/>
          </ac:spMkLst>
        </pc:spChg>
        <pc:spChg chg="del">
          <ac:chgData name="Aarsh Sachdeva" userId="cf57985431923dfa" providerId="LiveId" clId="{168034EC-5E04-40E6-BBC4-F4034C7FECD9}" dt="2026-04-17T16:22:44.254" v="9719" actId="478"/>
          <ac:spMkLst>
            <pc:docMk/>
            <pc:sldMk cId="2291028951" sldId="274"/>
            <ac:spMk id="68" creationId="{A32F35DB-35FE-77FB-6550-C58C85C90427}"/>
          </ac:spMkLst>
        </pc:spChg>
        <pc:spChg chg="del">
          <ac:chgData name="Aarsh Sachdeva" userId="cf57985431923dfa" providerId="LiveId" clId="{168034EC-5E04-40E6-BBC4-F4034C7FECD9}" dt="2026-04-17T16:22:44.254" v="9719" actId="478"/>
          <ac:spMkLst>
            <pc:docMk/>
            <pc:sldMk cId="2291028951" sldId="274"/>
            <ac:spMk id="69" creationId="{4E948A75-9ACA-C57F-0918-4CA82C9A21CE}"/>
          </ac:spMkLst>
        </pc:spChg>
        <pc:spChg chg="del">
          <ac:chgData name="Aarsh Sachdeva" userId="cf57985431923dfa" providerId="LiveId" clId="{168034EC-5E04-40E6-BBC4-F4034C7FECD9}" dt="2026-04-17T16:22:44.254" v="9719" actId="478"/>
          <ac:spMkLst>
            <pc:docMk/>
            <pc:sldMk cId="2291028951" sldId="274"/>
            <ac:spMk id="71" creationId="{2D5E9CB1-8D87-1E9A-61B8-0130ED7B8143}"/>
          </ac:spMkLst>
        </pc:spChg>
        <pc:spChg chg="del">
          <ac:chgData name="Aarsh Sachdeva" userId="cf57985431923dfa" providerId="LiveId" clId="{168034EC-5E04-40E6-BBC4-F4034C7FECD9}" dt="2026-04-17T16:22:44.254" v="9719" actId="478"/>
          <ac:spMkLst>
            <pc:docMk/>
            <pc:sldMk cId="2291028951" sldId="274"/>
            <ac:spMk id="72" creationId="{EA1E5F7F-BF67-92A2-2DEE-51F456BC7CFF}"/>
          </ac:spMkLst>
        </pc:spChg>
      </pc:sldChg>
      <pc:sldChg chg="addSp delSp modSp add mod">
        <pc:chgData name="Aarsh Sachdeva" userId="cf57985431923dfa" providerId="LiveId" clId="{168034EC-5E04-40E6-BBC4-F4034C7FECD9}" dt="2026-04-17T16:56:59.209" v="10983" actId="14100"/>
        <pc:sldMkLst>
          <pc:docMk/>
          <pc:sldMk cId="1085623673" sldId="275"/>
        </pc:sldMkLst>
        <pc:spChg chg="mod">
          <ac:chgData name="Aarsh Sachdeva" userId="cf57985431923dfa" providerId="LiveId" clId="{168034EC-5E04-40E6-BBC4-F4034C7FECD9}" dt="2026-04-17T16:53:53.634" v="10970" actId="1076"/>
          <ac:spMkLst>
            <pc:docMk/>
            <pc:sldMk cId="1085623673" sldId="275"/>
            <ac:spMk id="4" creationId="{E4D8FD35-4DDB-D87D-7A64-620F00E8CE08}"/>
          </ac:spMkLst>
        </pc:spChg>
        <pc:picChg chg="del">
          <ac:chgData name="Aarsh Sachdeva" userId="cf57985431923dfa" providerId="LiveId" clId="{168034EC-5E04-40E6-BBC4-F4034C7FECD9}" dt="2026-04-17T16:53:55.588" v="10971" actId="478"/>
          <ac:picMkLst>
            <pc:docMk/>
            <pc:sldMk cId="1085623673" sldId="275"/>
            <ac:picMk id="3" creationId="{CA4ABE67-7B0F-DA35-ABFE-3CBF2A26DFAE}"/>
          </ac:picMkLst>
        </pc:picChg>
        <pc:picChg chg="add mod">
          <ac:chgData name="Aarsh Sachdeva" userId="cf57985431923dfa" providerId="LiveId" clId="{168034EC-5E04-40E6-BBC4-F4034C7FECD9}" dt="2026-04-17T16:56:49.529" v="10980" actId="14100"/>
          <ac:picMkLst>
            <pc:docMk/>
            <pc:sldMk cId="1085623673" sldId="275"/>
            <ac:picMk id="5" creationId="{3D9EF3A2-F980-2A08-0409-1A450CADE9CC}"/>
          </ac:picMkLst>
        </pc:picChg>
        <pc:picChg chg="add mod">
          <ac:chgData name="Aarsh Sachdeva" userId="cf57985431923dfa" providerId="LiveId" clId="{168034EC-5E04-40E6-BBC4-F4034C7FECD9}" dt="2026-04-17T16:56:59.209" v="10983" actId="14100"/>
          <ac:picMkLst>
            <pc:docMk/>
            <pc:sldMk cId="1085623673" sldId="275"/>
            <ac:picMk id="7" creationId="{6A761E99-CC7A-520D-6205-93021C42261A}"/>
          </ac:picMkLst>
        </pc:picChg>
        <pc:picChg chg="del mod">
          <ac:chgData name="Aarsh Sachdeva" userId="cf57985431923dfa" providerId="LiveId" clId="{168034EC-5E04-40E6-BBC4-F4034C7FECD9}" dt="2026-04-17T16:53:48.746" v="10968" actId="478"/>
          <ac:picMkLst>
            <pc:docMk/>
            <pc:sldMk cId="1085623673" sldId="275"/>
            <ac:picMk id="8" creationId="{CC6F0AC4-7042-420B-80B7-8475489EA4D3}"/>
          </ac:picMkLst>
        </pc:picChg>
      </pc:sldChg>
      <pc:sldChg chg="addSp delSp modSp add mod">
        <pc:chgData name="Aarsh Sachdeva" userId="cf57985431923dfa" providerId="LiveId" clId="{168034EC-5E04-40E6-BBC4-F4034C7FECD9}" dt="2026-04-17T17:02:32.820" v="11026" actId="22"/>
        <pc:sldMkLst>
          <pc:docMk/>
          <pc:sldMk cId="1532945037" sldId="276"/>
        </pc:sldMkLst>
        <pc:spChg chg="mod">
          <ac:chgData name="Aarsh Sachdeva" userId="cf57985431923dfa" providerId="LiveId" clId="{168034EC-5E04-40E6-BBC4-F4034C7FECD9}" dt="2026-04-17T16:59:23.865" v="11021" actId="14100"/>
          <ac:spMkLst>
            <pc:docMk/>
            <pc:sldMk cId="1532945037" sldId="276"/>
            <ac:spMk id="4" creationId="{C9F2BDAC-C355-A449-CC93-79B3BB722528}"/>
          </ac:spMkLst>
        </pc:spChg>
        <pc:picChg chg="add del mod">
          <ac:chgData name="Aarsh Sachdeva" userId="cf57985431923dfa" providerId="LiveId" clId="{168034EC-5E04-40E6-BBC4-F4034C7FECD9}" dt="2026-04-17T17:01:20.033" v="11023" actId="478"/>
          <ac:picMkLst>
            <pc:docMk/>
            <pc:sldMk cId="1532945037" sldId="276"/>
            <ac:picMk id="3" creationId="{FB373BF0-A088-1586-087C-5ECF7C3362CC}"/>
          </ac:picMkLst>
        </pc:picChg>
        <pc:picChg chg="del">
          <ac:chgData name="Aarsh Sachdeva" userId="cf57985431923dfa" providerId="LiveId" clId="{168034EC-5E04-40E6-BBC4-F4034C7FECD9}" dt="2026-04-17T16:58:22.323" v="10986" actId="478"/>
          <ac:picMkLst>
            <pc:docMk/>
            <pc:sldMk cId="1532945037" sldId="276"/>
            <ac:picMk id="5" creationId="{3EF3C1B9-EF45-F2EB-F3E1-20E73E6E3E00}"/>
          </ac:picMkLst>
        </pc:picChg>
        <pc:picChg chg="del">
          <ac:chgData name="Aarsh Sachdeva" userId="cf57985431923dfa" providerId="LiveId" clId="{168034EC-5E04-40E6-BBC4-F4034C7FECD9}" dt="2026-04-17T16:58:20.973" v="10985" actId="478"/>
          <ac:picMkLst>
            <pc:docMk/>
            <pc:sldMk cId="1532945037" sldId="276"/>
            <ac:picMk id="7" creationId="{ECEFAB15-C41C-FEFB-094B-62FB0673516D}"/>
          </ac:picMkLst>
        </pc:picChg>
        <pc:picChg chg="add mod">
          <ac:chgData name="Aarsh Sachdeva" userId="cf57985431923dfa" providerId="LiveId" clId="{168034EC-5E04-40E6-BBC4-F4034C7FECD9}" dt="2026-04-17T17:01:24.326" v="11024" actId="1076"/>
          <ac:picMkLst>
            <pc:docMk/>
            <pc:sldMk cId="1532945037" sldId="276"/>
            <ac:picMk id="8" creationId="{F31DCE22-498A-D836-5AC1-8985C6A3E3C0}"/>
          </ac:picMkLst>
        </pc:picChg>
        <pc:picChg chg="add del">
          <ac:chgData name="Aarsh Sachdeva" userId="cf57985431923dfa" providerId="LiveId" clId="{168034EC-5E04-40E6-BBC4-F4034C7FECD9}" dt="2026-04-17T17:02:32.820" v="11026" actId="22"/>
          <ac:picMkLst>
            <pc:docMk/>
            <pc:sldMk cId="1532945037" sldId="276"/>
            <ac:picMk id="10" creationId="{1E1A6171-1E64-90CD-C3AD-44D9C71CE80D}"/>
          </ac:picMkLst>
        </pc:picChg>
      </pc:sldChg>
      <pc:sldChg chg="add del">
        <pc:chgData name="Aarsh Sachdeva" userId="cf57985431923dfa" providerId="LiveId" clId="{168034EC-5E04-40E6-BBC4-F4034C7FECD9}" dt="2026-04-17T17:43:52.152" v="11910" actId="47"/>
        <pc:sldMkLst>
          <pc:docMk/>
          <pc:sldMk cId="3593402109" sldId="277"/>
        </pc:sldMkLst>
      </pc:sldChg>
      <pc:sldChg chg="addSp delSp modSp add mod">
        <pc:chgData name="Aarsh Sachdeva" userId="cf57985431923dfa" providerId="LiveId" clId="{168034EC-5E04-40E6-BBC4-F4034C7FECD9}" dt="2026-04-17T17:41:46.836" v="11890" actId="22"/>
        <pc:sldMkLst>
          <pc:docMk/>
          <pc:sldMk cId="1036874131" sldId="278"/>
        </pc:sldMkLst>
        <pc:spChg chg="add mod">
          <ac:chgData name="Aarsh Sachdeva" userId="cf57985431923dfa" providerId="LiveId" clId="{168034EC-5E04-40E6-BBC4-F4034C7FECD9}" dt="2026-04-17T17:37:06.055" v="11812" actId="122"/>
          <ac:spMkLst>
            <pc:docMk/>
            <pc:sldMk cId="1036874131" sldId="278"/>
            <ac:spMk id="2" creationId="{3FED8424-D234-41CF-26A0-23F99A2CEBDA}"/>
          </ac:spMkLst>
        </pc:spChg>
        <pc:spChg chg="mod">
          <ac:chgData name="Aarsh Sachdeva" userId="cf57985431923dfa" providerId="LiveId" clId="{168034EC-5E04-40E6-BBC4-F4034C7FECD9}" dt="2026-04-17T17:25:49.792" v="11107" actId="14100"/>
          <ac:spMkLst>
            <pc:docMk/>
            <pc:sldMk cId="1036874131" sldId="278"/>
            <ac:spMk id="4" creationId="{47CC6049-1797-F63B-E7AA-0872E0123ACB}"/>
          </ac:spMkLst>
        </pc:spChg>
        <pc:spChg chg="add mod">
          <ac:chgData name="Aarsh Sachdeva" userId="cf57985431923dfa" providerId="LiveId" clId="{168034EC-5E04-40E6-BBC4-F4034C7FECD9}" dt="2026-04-17T17:40:58.417" v="11888" actId="208"/>
          <ac:spMkLst>
            <pc:docMk/>
            <pc:sldMk cId="1036874131" sldId="278"/>
            <ac:spMk id="6" creationId="{EA596824-C733-5D29-2348-F08096C6193E}"/>
          </ac:spMkLst>
        </pc:spChg>
        <pc:spChg chg="add del">
          <ac:chgData name="Aarsh Sachdeva" userId="cf57985431923dfa" providerId="LiveId" clId="{168034EC-5E04-40E6-BBC4-F4034C7FECD9}" dt="2026-04-17T17:41:46.836" v="11890" actId="22"/>
          <ac:spMkLst>
            <pc:docMk/>
            <pc:sldMk cId="1036874131" sldId="278"/>
            <ac:spMk id="9" creationId="{4CEADF90-D0F4-6858-383B-452418A45240}"/>
          </ac:spMkLst>
        </pc:spChg>
        <pc:picChg chg="add mod">
          <ac:chgData name="Aarsh Sachdeva" userId="cf57985431923dfa" providerId="LiveId" clId="{168034EC-5E04-40E6-BBC4-F4034C7FECD9}" dt="2026-04-17T17:39:24.034" v="11816" actId="1076"/>
          <ac:picMkLst>
            <pc:docMk/>
            <pc:sldMk cId="1036874131" sldId="278"/>
            <ac:picMk id="5" creationId="{E9026170-A8C2-F54A-8A56-5281DDC86EA1}"/>
          </ac:picMkLst>
        </pc:picChg>
        <pc:picChg chg="del">
          <ac:chgData name="Aarsh Sachdeva" userId="cf57985431923dfa" providerId="LiveId" clId="{168034EC-5E04-40E6-BBC4-F4034C7FECD9}" dt="2026-04-17T17:15:39.283" v="11029" actId="478"/>
          <ac:picMkLst>
            <pc:docMk/>
            <pc:sldMk cId="1036874131" sldId="278"/>
            <ac:picMk id="8" creationId="{B66D2407-EE39-3CD4-7ACA-070E217516A1}"/>
          </ac:picMkLst>
        </pc:picChg>
      </pc:sldChg>
      <pc:sldChg chg="addSp delSp modSp add mod">
        <pc:chgData name="Aarsh Sachdeva" userId="cf57985431923dfa" providerId="LiveId" clId="{168034EC-5E04-40E6-BBC4-F4034C7FECD9}" dt="2026-04-17T17:50:05.439" v="12123" actId="1076"/>
        <pc:sldMkLst>
          <pc:docMk/>
          <pc:sldMk cId="3195286226" sldId="279"/>
        </pc:sldMkLst>
        <pc:spChg chg="mod">
          <ac:chgData name="Aarsh Sachdeva" userId="cf57985431923dfa" providerId="LiveId" clId="{168034EC-5E04-40E6-BBC4-F4034C7FECD9}" dt="2026-04-17T17:49:55.660" v="12120" actId="120"/>
          <ac:spMkLst>
            <pc:docMk/>
            <pc:sldMk cId="3195286226" sldId="279"/>
            <ac:spMk id="2" creationId="{349A9499-A16D-62D1-4648-7EE1D32BF1E2}"/>
          </ac:spMkLst>
        </pc:spChg>
        <pc:spChg chg="mod">
          <ac:chgData name="Aarsh Sachdeva" userId="cf57985431923dfa" providerId="LiveId" clId="{168034EC-5E04-40E6-BBC4-F4034C7FECD9}" dt="2026-04-17T17:43:29.239" v="11909" actId="113"/>
          <ac:spMkLst>
            <pc:docMk/>
            <pc:sldMk cId="3195286226" sldId="279"/>
            <ac:spMk id="4" creationId="{5A612ACD-8EE8-53F2-1643-1C954653B84A}"/>
          </ac:spMkLst>
        </pc:spChg>
        <pc:spChg chg="mod">
          <ac:chgData name="Aarsh Sachdeva" userId="cf57985431923dfa" providerId="LiveId" clId="{168034EC-5E04-40E6-BBC4-F4034C7FECD9}" dt="2026-04-17T17:50:05.439" v="12123" actId="1076"/>
          <ac:spMkLst>
            <pc:docMk/>
            <pc:sldMk cId="3195286226" sldId="279"/>
            <ac:spMk id="6" creationId="{DC925A31-6621-FC41-514C-30D36A167BAC}"/>
          </ac:spMkLst>
        </pc:spChg>
        <pc:picChg chg="del">
          <ac:chgData name="Aarsh Sachdeva" userId="cf57985431923dfa" providerId="LiveId" clId="{168034EC-5E04-40E6-BBC4-F4034C7FECD9}" dt="2026-04-17T17:49:09.871" v="12101" actId="478"/>
          <ac:picMkLst>
            <pc:docMk/>
            <pc:sldMk cId="3195286226" sldId="279"/>
            <ac:picMk id="5" creationId="{B790F59D-B063-D7F6-9FDB-1BDC13459E0B}"/>
          </ac:picMkLst>
        </pc:picChg>
        <pc:picChg chg="add mod">
          <ac:chgData name="Aarsh Sachdeva" userId="cf57985431923dfa" providerId="LiveId" clId="{168034EC-5E04-40E6-BBC4-F4034C7FECD9}" dt="2026-04-17T17:49:59.419" v="12121" actId="1076"/>
          <ac:picMkLst>
            <pc:docMk/>
            <pc:sldMk cId="3195286226" sldId="279"/>
            <ac:picMk id="7" creationId="{D90160AE-9252-07A4-802B-9E853DCA8D7F}"/>
          </ac:picMkLst>
        </pc:picChg>
      </pc:sldChg>
      <pc:sldChg chg="delSp modSp add mod">
        <pc:chgData name="Aarsh Sachdeva" userId="cf57985431923dfa" providerId="LiveId" clId="{168034EC-5E04-40E6-BBC4-F4034C7FECD9}" dt="2026-04-17T18:45:38.546" v="12915" actId="20577"/>
        <pc:sldMkLst>
          <pc:docMk/>
          <pc:sldMk cId="875149430" sldId="280"/>
        </pc:sldMkLst>
        <pc:spChg chg="mod">
          <ac:chgData name="Aarsh Sachdeva" userId="cf57985431923dfa" providerId="LiveId" clId="{168034EC-5E04-40E6-BBC4-F4034C7FECD9}" dt="2026-04-17T18:45:38.546" v="12915" actId="20577"/>
          <ac:spMkLst>
            <pc:docMk/>
            <pc:sldMk cId="875149430" sldId="280"/>
            <ac:spMk id="2" creationId="{0A0691F5-428C-7686-568B-1A9D9D195B70}"/>
          </ac:spMkLst>
        </pc:spChg>
        <pc:spChg chg="mod">
          <ac:chgData name="Aarsh Sachdeva" userId="cf57985431923dfa" providerId="LiveId" clId="{168034EC-5E04-40E6-BBC4-F4034C7FECD9}" dt="2026-04-17T17:50:39.691" v="12144" actId="14100"/>
          <ac:spMkLst>
            <pc:docMk/>
            <pc:sldMk cId="875149430" sldId="280"/>
            <ac:spMk id="4" creationId="{28449E37-7682-A7D0-D575-D3C0B21905F5}"/>
          </ac:spMkLst>
        </pc:spChg>
        <pc:spChg chg="del">
          <ac:chgData name="Aarsh Sachdeva" userId="cf57985431923dfa" providerId="LiveId" clId="{168034EC-5E04-40E6-BBC4-F4034C7FECD9}" dt="2026-04-17T17:52:06.001" v="12149" actId="478"/>
          <ac:spMkLst>
            <pc:docMk/>
            <pc:sldMk cId="875149430" sldId="280"/>
            <ac:spMk id="6" creationId="{B4C4402B-DD30-9993-4590-74E40646D67C}"/>
          </ac:spMkLst>
        </pc:spChg>
        <pc:picChg chg="del">
          <ac:chgData name="Aarsh Sachdeva" userId="cf57985431923dfa" providerId="LiveId" clId="{168034EC-5E04-40E6-BBC4-F4034C7FECD9}" dt="2026-04-17T17:52:01.746" v="12148" actId="478"/>
          <ac:picMkLst>
            <pc:docMk/>
            <pc:sldMk cId="875149430" sldId="280"/>
            <ac:picMk id="7" creationId="{D4412862-280F-340A-22E7-833E1CED7E55}"/>
          </ac:picMkLst>
        </pc:picChg>
      </pc:sldChg>
      <pc:sldChg chg="addSp delSp modSp add mod">
        <pc:chgData name="Aarsh Sachdeva" userId="cf57985431923dfa" providerId="LiveId" clId="{168034EC-5E04-40E6-BBC4-F4034C7FECD9}" dt="2026-04-17T19:07:01.443" v="13615" actId="20577"/>
        <pc:sldMkLst>
          <pc:docMk/>
          <pc:sldMk cId="4230689799" sldId="281"/>
        </pc:sldMkLst>
        <pc:spChg chg="add del mod">
          <ac:chgData name="Aarsh Sachdeva" userId="cf57985431923dfa" providerId="LiveId" clId="{168034EC-5E04-40E6-BBC4-F4034C7FECD9}" dt="2026-04-17T19:07:01.443" v="13615" actId="20577"/>
          <ac:spMkLst>
            <pc:docMk/>
            <pc:sldMk cId="4230689799" sldId="281"/>
            <ac:spMk id="2" creationId="{9179649E-55BA-88A9-7979-3637CE03BE05}"/>
          </ac:spMkLst>
        </pc:spChg>
        <pc:spChg chg="mod">
          <ac:chgData name="Aarsh Sachdeva" userId="cf57985431923dfa" providerId="LiveId" clId="{168034EC-5E04-40E6-BBC4-F4034C7FECD9}" dt="2026-04-17T18:46:09.455" v="12944" actId="14100"/>
          <ac:spMkLst>
            <pc:docMk/>
            <pc:sldMk cId="4230689799" sldId="281"/>
            <ac:spMk id="4" creationId="{B9D7DE1F-C373-3D3A-0567-143C03DB8F60}"/>
          </ac:spMkLst>
        </pc:spChg>
      </pc:sldChg>
      <pc:sldChg chg="addSp delSp modSp add mod">
        <pc:chgData name="Aarsh Sachdeva" userId="cf57985431923dfa" providerId="LiveId" clId="{168034EC-5E04-40E6-BBC4-F4034C7FECD9}" dt="2026-04-17T22:43:18.761" v="14233" actId="20577"/>
        <pc:sldMkLst>
          <pc:docMk/>
          <pc:sldMk cId="3571512331" sldId="282"/>
        </pc:sldMkLst>
        <pc:spChg chg="add mod">
          <ac:chgData name="Aarsh Sachdeva" userId="cf57985431923dfa" providerId="LiveId" clId="{168034EC-5E04-40E6-BBC4-F4034C7FECD9}" dt="2026-04-17T22:43:18.761" v="14233" actId="20577"/>
          <ac:spMkLst>
            <pc:docMk/>
            <pc:sldMk cId="3571512331" sldId="282"/>
            <ac:spMk id="2" creationId="{1DEA1F12-F141-5CDB-C97A-F8C2D6AB2F83}"/>
          </ac:spMkLst>
        </pc:spChg>
        <pc:spChg chg="del mod">
          <ac:chgData name="Aarsh Sachdeva" userId="cf57985431923dfa" providerId="LiveId" clId="{168034EC-5E04-40E6-BBC4-F4034C7FECD9}" dt="2026-04-17T20:17:42.680" v="13630"/>
          <ac:spMkLst>
            <pc:docMk/>
            <pc:sldMk cId="3571512331" sldId="282"/>
            <ac:spMk id="2" creationId="{9475523E-A4A3-26F5-D4CB-0CF89BF23B18}"/>
          </ac:spMkLst>
        </pc:spChg>
        <pc:spChg chg="mod">
          <ac:chgData name="Aarsh Sachdeva" userId="cf57985431923dfa" providerId="LiveId" clId="{168034EC-5E04-40E6-BBC4-F4034C7FECD9}" dt="2026-04-17T19:07:58.661" v="13624" actId="20577"/>
          <ac:spMkLst>
            <pc:docMk/>
            <pc:sldMk cId="3571512331" sldId="282"/>
            <ac:spMk id="4" creationId="{84B31A0F-C629-FC0F-AE49-E8ED616718E5}"/>
          </ac:spMkLst>
        </pc:spChg>
        <pc:spChg chg="add mod">
          <ac:chgData name="Aarsh Sachdeva" userId="cf57985431923dfa" providerId="LiveId" clId="{168034EC-5E04-40E6-BBC4-F4034C7FECD9}" dt="2026-04-17T22:39:46.317" v="14195" actId="14100"/>
          <ac:spMkLst>
            <pc:docMk/>
            <pc:sldMk cId="3571512331" sldId="282"/>
            <ac:spMk id="10" creationId="{8CEDB013-F9B2-E1CB-696F-9232121DF0B2}"/>
          </ac:spMkLst>
        </pc:spChg>
        <pc:spChg chg="add mod">
          <ac:chgData name="Aarsh Sachdeva" userId="cf57985431923dfa" providerId="LiveId" clId="{168034EC-5E04-40E6-BBC4-F4034C7FECD9}" dt="2026-04-17T22:40:21.369" v="14205" actId="207"/>
          <ac:spMkLst>
            <pc:docMk/>
            <pc:sldMk cId="3571512331" sldId="282"/>
            <ac:spMk id="11" creationId="{94D951F4-D751-DE34-1322-D068EF5A7157}"/>
          </ac:spMkLst>
        </pc:spChg>
        <pc:spChg chg="add mod">
          <ac:chgData name="Aarsh Sachdeva" userId="cf57985431923dfa" providerId="LiveId" clId="{168034EC-5E04-40E6-BBC4-F4034C7FECD9}" dt="2026-04-17T22:41:10.612" v="14225" actId="1076"/>
          <ac:spMkLst>
            <pc:docMk/>
            <pc:sldMk cId="3571512331" sldId="282"/>
            <ac:spMk id="12" creationId="{7EA3A435-E4A0-5FA2-BA94-6EB642F985AE}"/>
          </ac:spMkLst>
        </pc:spChg>
        <pc:picChg chg="add mod">
          <ac:chgData name="Aarsh Sachdeva" userId="cf57985431923dfa" providerId="LiveId" clId="{168034EC-5E04-40E6-BBC4-F4034C7FECD9}" dt="2026-04-17T20:17:41.788" v="13628" actId="1076"/>
          <ac:picMkLst>
            <pc:docMk/>
            <pc:sldMk cId="3571512331" sldId="282"/>
            <ac:picMk id="5" creationId="{E725B2E8-5804-DC81-1C38-2B3C9522F9F7}"/>
          </ac:picMkLst>
        </pc:picChg>
        <pc:picChg chg="add mod">
          <ac:chgData name="Aarsh Sachdeva" userId="cf57985431923dfa" providerId="LiveId" clId="{168034EC-5E04-40E6-BBC4-F4034C7FECD9}" dt="2026-04-17T20:24:51.681" v="13636" actId="14100"/>
          <ac:picMkLst>
            <pc:docMk/>
            <pc:sldMk cId="3571512331" sldId="282"/>
            <ac:picMk id="7" creationId="{7D87D40A-6FCF-CA80-8075-CBC4DE39628C}"/>
          </ac:picMkLst>
        </pc:picChg>
        <pc:cxnChg chg="add">
          <ac:chgData name="Aarsh Sachdeva" userId="cf57985431923dfa" providerId="LiveId" clId="{168034EC-5E04-40E6-BBC4-F4034C7FECD9}" dt="2026-04-17T22:36:58.195" v="14165" actId="11529"/>
          <ac:cxnSpMkLst>
            <pc:docMk/>
            <pc:sldMk cId="3571512331" sldId="282"/>
            <ac:cxnSpMk id="6" creationId="{FA2403DE-8680-2613-1FAF-C968FC7378A5}"/>
          </ac:cxnSpMkLst>
        </pc:cxnChg>
        <pc:cxnChg chg="add mod">
          <ac:chgData name="Aarsh Sachdeva" userId="cf57985431923dfa" providerId="LiveId" clId="{168034EC-5E04-40E6-BBC4-F4034C7FECD9}" dt="2026-04-17T22:37:06.236" v="14168" actId="14100"/>
          <ac:cxnSpMkLst>
            <pc:docMk/>
            <pc:sldMk cId="3571512331" sldId="282"/>
            <ac:cxnSpMk id="8" creationId="{D394CA01-1883-D3B8-6241-AFDA0F8DAF9E}"/>
          </ac:cxnSpMkLst>
        </pc:cxnChg>
      </pc:sldChg>
      <pc:sldChg chg="modSp new mod">
        <pc:chgData name="Aarsh Sachdeva" userId="cf57985431923dfa" providerId="LiveId" clId="{168034EC-5E04-40E6-BBC4-F4034C7FECD9}" dt="2026-04-17T20:25:37.349" v="13663" actId="122"/>
        <pc:sldMkLst>
          <pc:docMk/>
          <pc:sldMk cId="2274272223" sldId="283"/>
        </pc:sldMkLst>
        <pc:spChg chg="mod">
          <ac:chgData name="Aarsh Sachdeva" userId="cf57985431923dfa" providerId="LiveId" clId="{168034EC-5E04-40E6-BBC4-F4034C7FECD9}" dt="2026-04-17T20:25:37.349" v="13663" actId="122"/>
          <ac:spMkLst>
            <pc:docMk/>
            <pc:sldMk cId="2274272223" sldId="283"/>
            <ac:spMk id="3" creationId="{C7AAB915-9714-1B8D-CD97-875B72D1135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Friday, April 17,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29523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Friday, April 17,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931908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Friday, April 17,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2668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Friday, April 17,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219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Friday, April 17,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663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Friday, April 17,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27806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Friday, April 17,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895479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Friday, April 17,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7562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Friday, April 17,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208596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Friday, April 17,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01405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Friday, April 17,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45792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Friday, April 17, 2026</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429433356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14" r:id="rId4"/>
    <p:sldLayoutId id="2147483715" r:id="rId5"/>
    <p:sldLayoutId id="2147483720" r:id="rId6"/>
    <p:sldLayoutId id="2147483716" r:id="rId7"/>
    <p:sldLayoutId id="2147483717" r:id="rId8"/>
    <p:sldLayoutId id="2147483718" r:id="rId9"/>
    <p:sldLayoutId id="2147483719" r:id="rId10"/>
    <p:sldLayoutId id="2147483721"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0.png"/><Relationship Id="rId7" Type="http://schemas.openxmlformats.org/officeDocument/2006/relationships/image" Target="../media/image27.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7171-E3E9-FFDF-E8AA-7AB5145BEB43}"/>
              </a:ext>
            </a:extLst>
          </p:cNvPr>
          <p:cNvSpPr>
            <a:spLocks noGrp="1"/>
          </p:cNvSpPr>
          <p:nvPr>
            <p:ph type="title"/>
          </p:nvPr>
        </p:nvSpPr>
        <p:spPr>
          <a:xfrm>
            <a:off x="0" y="259647"/>
            <a:ext cx="12192000" cy="1234440"/>
          </a:xfrm>
        </p:spPr>
        <p:txBody>
          <a:bodyPr>
            <a:normAutofit/>
          </a:bodyPr>
          <a:lstStyle/>
          <a:p>
            <a:pPr algn="ctr"/>
            <a:r>
              <a:rPr lang="en-US" sz="2950" dirty="0"/>
              <a:t>Modeling path dependent financial products</a:t>
            </a:r>
            <a:br>
              <a:rPr lang="en-US" sz="2950"/>
            </a:br>
            <a:r>
              <a:rPr lang="en-US" sz="2950"/>
              <a:t>using </a:t>
            </a:r>
            <a:r>
              <a:rPr lang="en-US" sz="2950" dirty="0"/>
              <a:t>monte </a:t>
            </a:r>
            <a:r>
              <a:rPr lang="en-US" sz="2950" dirty="0" err="1"/>
              <a:t>carlo</a:t>
            </a:r>
            <a:r>
              <a:rPr lang="en-US" sz="2950" dirty="0"/>
              <a:t> approach</a:t>
            </a:r>
          </a:p>
        </p:txBody>
      </p:sp>
      <p:sp>
        <p:nvSpPr>
          <p:cNvPr id="3" name="Content Placeholder 2">
            <a:extLst>
              <a:ext uri="{FF2B5EF4-FFF2-40B4-BE49-F238E27FC236}">
                <a16:creationId xmlns:a16="http://schemas.microsoft.com/office/drawing/2014/main" id="{5327D5AF-DA14-CBD3-D588-F0314F1224BB}"/>
              </a:ext>
            </a:extLst>
          </p:cNvPr>
          <p:cNvSpPr>
            <a:spLocks noGrp="1"/>
          </p:cNvSpPr>
          <p:nvPr>
            <p:ph idx="1"/>
          </p:nvPr>
        </p:nvSpPr>
        <p:spPr>
          <a:xfrm>
            <a:off x="7425778" y="5150411"/>
            <a:ext cx="4727235" cy="1159374"/>
          </a:xfrm>
        </p:spPr>
        <p:txBody>
          <a:bodyPr>
            <a:normAutofit/>
          </a:bodyPr>
          <a:lstStyle/>
          <a:p>
            <a:pPr marL="0" indent="0">
              <a:buNone/>
            </a:pPr>
            <a:r>
              <a:rPr lang="en-US" dirty="0"/>
              <a:t>By – Aarsh Sachdeva (A# 20595501)</a:t>
            </a:r>
          </a:p>
          <a:p>
            <a:pPr marL="0" indent="0">
              <a:buNone/>
            </a:pPr>
            <a:r>
              <a:rPr lang="en-US" dirty="0"/>
              <a:t>Instructor – Prof. Fred Hickernell</a:t>
            </a:r>
          </a:p>
        </p:txBody>
      </p:sp>
    </p:spTree>
    <p:extLst>
      <p:ext uri="{BB962C8B-B14F-4D97-AF65-F5344CB8AC3E}">
        <p14:creationId xmlns:p14="http://schemas.microsoft.com/office/powerpoint/2010/main" val="1478628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A2BB-57FE-284D-2B8C-AFB34B2C5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61910-9CC8-C955-2024-B74739B62FD5}"/>
              </a:ext>
            </a:extLst>
          </p:cNvPr>
          <p:cNvSpPr>
            <a:spLocks noGrp="1"/>
          </p:cNvSpPr>
          <p:nvPr>
            <p:ph type="title"/>
          </p:nvPr>
        </p:nvSpPr>
        <p:spPr>
          <a:xfrm>
            <a:off x="0" y="259647"/>
            <a:ext cx="12192000" cy="1234440"/>
          </a:xfrm>
        </p:spPr>
        <p:txBody>
          <a:bodyPr>
            <a:normAutofit/>
          </a:bodyPr>
          <a:lstStyle/>
          <a:p>
            <a:pPr algn="ctr"/>
            <a:r>
              <a:rPr lang="en-US" sz="2950" dirty="0"/>
              <a:t>What is Monte </a:t>
            </a:r>
            <a:r>
              <a:rPr lang="en-US" sz="2950" dirty="0" err="1"/>
              <a:t>carlo</a:t>
            </a:r>
            <a:r>
              <a:rPr lang="en-US" sz="2950"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59FEA1-0ABF-9F8A-6D5B-1E9CC7B455A4}"/>
                  </a:ext>
                </a:extLst>
              </p:cNvPr>
              <p:cNvSpPr>
                <a:spLocks noGrp="1"/>
              </p:cNvSpPr>
              <p:nvPr>
                <p:ph idx="1"/>
              </p:nvPr>
            </p:nvSpPr>
            <p:spPr>
              <a:xfrm>
                <a:off x="0" y="2269625"/>
                <a:ext cx="12192000" cy="2322082"/>
              </a:xfrm>
            </p:spPr>
            <p:txBody>
              <a:bodyPr>
                <a:noAutofit/>
              </a:bodyPr>
              <a:lstStyle/>
              <a:p>
                <a:pPr marL="0" indent="0">
                  <a:buNone/>
                </a:pPr>
                <a:r>
                  <a:rPr lang="en-US" sz="1800" dirty="0"/>
                  <a:t>Monte Carlo methods are a class of computational algorithms that use random sampling to solve problems that might be difficult or impossible to solve analytically.</a:t>
                </a:r>
              </a:p>
              <a:p>
                <a:pPr marL="0" indent="0">
                  <a:buNone/>
                </a:pPr>
                <a:r>
                  <a:rPr lang="en-US" sz="1800" dirty="0"/>
                  <a:t>Instead to solving a problem exactly, we:</a:t>
                </a:r>
              </a:p>
              <a:p>
                <a:r>
                  <a:rPr lang="en-US" sz="1800" dirty="0"/>
                  <a:t>Simulate many random outcomes.</a:t>
                </a:r>
              </a:p>
              <a:p>
                <a:r>
                  <a:rPr lang="en-US" sz="1800" dirty="0"/>
                  <a:t>Compute the result for each outcome.</a:t>
                </a:r>
              </a:p>
              <a:p>
                <a:r>
                  <a:rPr lang="en-US" sz="1800" dirty="0"/>
                  <a:t>Average the results.</a:t>
                </a:r>
              </a:p>
              <a:p>
                <a:pPr marL="0" indent="0">
                  <a:buNone/>
                </a:pPr>
                <a:endParaRPr lang="en-US" sz="1800" dirty="0"/>
              </a:p>
              <a:p>
                <a:pPr marL="0" indent="0">
                  <a:buNone/>
                </a:pPr>
                <a:r>
                  <a:rPr lang="en-US" sz="1800" dirty="0"/>
                  <a:t>More often MC methods are used to </a:t>
                </a:r>
                <a:r>
                  <a:rPr lang="en-US" sz="1800" b="1" dirty="0"/>
                  <a:t>estimate</a:t>
                </a:r>
                <a:r>
                  <a:rPr lang="en-US" sz="1800" dirty="0"/>
                  <a:t> an expectation E[f(X)] ≈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𝑁</m:t>
                        </m:r>
                      </m:den>
                    </m:f>
                    <m:r>
                      <a:rPr lang="en-US" sz="1800" b="0" i="1" smtClean="0">
                        <a:latin typeface="Cambria Math" panose="02040503050406030204" pitchFamily="18" charset="0"/>
                      </a:rPr>
                      <m:t> </m:t>
                    </m:r>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m:t>
                        </m:r>
                        <m:r>
                          <m:rPr>
                            <m:brk m:alnAt="23"/>
                          </m:rPr>
                          <a:rPr lang="en-US" sz="1800" b="0" i="1" smtClean="0">
                            <a:latin typeface="Cambria Math" panose="02040503050406030204" pitchFamily="18" charset="0"/>
                          </a:rPr>
                          <m:t>1</m:t>
                        </m:r>
                      </m:sub>
                      <m:sup>
                        <m:r>
                          <a:rPr lang="en-US" sz="1800" b="0" i="1" smtClean="0">
                            <a:latin typeface="Cambria Math" panose="02040503050406030204" pitchFamily="18" charset="0"/>
                          </a:rPr>
                          <m:t>𝑁</m:t>
                        </m:r>
                      </m:sup>
                      <m:e>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e>
                    </m:nary>
                  </m:oMath>
                </a14:m>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B259FEA1-0ABF-9F8A-6D5B-1E9CC7B455A4}"/>
                  </a:ext>
                </a:extLst>
              </p:cNvPr>
              <p:cNvSpPr>
                <a:spLocks noGrp="1" noRot="1" noChangeAspect="1" noMove="1" noResize="1" noEditPoints="1" noAdjustHandles="1" noChangeArrowheads="1" noChangeShapeType="1" noTextEdit="1"/>
              </p:cNvSpPr>
              <p:nvPr>
                <p:ph idx="1"/>
              </p:nvPr>
            </p:nvSpPr>
            <p:spPr>
              <a:xfrm>
                <a:off x="0" y="2269625"/>
                <a:ext cx="12192000" cy="2322082"/>
              </a:xfrm>
              <a:blipFill>
                <a:blip r:embed="rId2"/>
                <a:stretch>
                  <a:fillRect l="-1150" t="-1837" b="-80577"/>
                </a:stretch>
              </a:blipFill>
            </p:spPr>
            <p:txBody>
              <a:bodyPr/>
              <a:lstStyle/>
              <a:p>
                <a:r>
                  <a:rPr lang="en-US">
                    <a:noFill/>
                  </a:rPr>
                  <a:t> </a:t>
                </a:r>
              </a:p>
            </p:txBody>
          </p:sp>
        </mc:Fallback>
      </mc:AlternateContent>
    </p:spTree>
    <p:extLst>
      <p:ext uri="{BB962C8B-B14F-4D97-AF65-F5344CB8AC3E}">
        <p14:creationId xmlns:p14="http://schemas.microsoft.com/office/powerpoint/2010/main" val="89379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9A77-CB54-1F9E-EC1C-666CC15A7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A9B19-39B2-DC97-A4DF-9003F5EE5F9D}"/>
              </a:ext>
            </a:extLst>
          </p:cNvPr>
          <p:cNvSpPr>
            <a:spLocks noGrp="1"/>
          </p:cNvSpPr>
          <p:nvPr>
            <p:ph type="title"/>
          </p:nvPr>
        </p:nvSpPr>
        <p:spPr>
          <a:xfrm>
            <a:off x="0" y="259647"/>
            <a:ext cx="12192000" cy="1234440"/>
          </a:xfrm>
        </p:spPr>
        <p:txBody>
          <a:bodyPr>
            <a:normAutofit/>
          </a:bodyPr>
          <a:lstStyle/>
          <a:p>
            <a:pPr algn="ctr"/>
            <a:r>
              <a:rPr lang="en-US" sz="2950" dirty="0"/>
              <a:t>Why is it very popular In finance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544E83-D5DF-3BBB-4AA6-14C8911DC160}"/>
                  </a:ext>
                </a:extLst>
              </p:cNvPr>
              <p:cNvSpPr>
                <a:spLocks noGrp="1"/>
              </p:cNvSpPr>
              <p:nvPr>
                <p:ph idx="1"/>
              </p:nvPr>
            </p:nvSpPr>
            <p:spPr>
              <a:xfrm>
                <a:off x="0" y="2269625"/>
                <a:ext cx="12192000" cy="2322082"/>
              </a:xfrm>
            </p:spPr>
            <p:txBody>
              <a:bodyPr>
                <a:normAutofit fontScale="77500" lnSpcReduction="20000"/>
              </a:bodyPr>
              <a:lstStyle/>
              <a:p>
                <a:r>
                  <a:rPr lang="en-US" dirty="0"/>
                  <a:t>Most pricing problem within finance can be seen as, </a:t>
                </a:r>
              </a:p>
              <a:p>
                <a:pPr marL="0" indent="0" algn="ctr">
                  <a:buNone/>
                </a:pPr>
                <a:r>
                  <a:rPr lang="en-US" dirty="0"/>
                  <a:t>Price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𝑟𝑇</m:t>
                        </m:r>
                      </m:sup>
                    </m:sSup>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𝑃𝑎𝑦𝑜𝑓𝑓</m:t>
                        </m:r>
                      </m:e>
                    </m:d>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𝑀𝐶</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𝑔𝑟𝑒𝑎𝑡</m:t>
                        </m:r>
                        <m:r>
                          <a:rPr lang="en-US" b="0" i="1" smtClean="0">
                            <a:latin typeface="Cambria Math" panose="02040503050406030204" pitchFamily="18" charset="0"/>
                          </a:rPr>
                          <m:t> </m:t>
                        </m:r>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𝑡h𝑖𝑠</m:t>
                        </m:r>
                        <m:r>
                          <a:rPr lang="en-US" b="0" i="1" smtClean="0">
                            <a:latin typeface="Cambria Math" panose="02040503050406030204" pitchFamily="18" charset="0"/>
                          </a:rPr>
                          <m:t> </m:t>
                        </m:r>
                        <m:r>
                          <a:rPr lang="en-US" b="0" i="1" smtClean="0">
                            <a:latin typeface="Cambria Math" panose="02040503050406030204" pitchFamily="18" charset="0"/>
                          </a:rPr>
                          <m:t>𝑒𝑠𝑡𝑖𝑚𝑎𝑡𝑖𝑜𝑛</m:t>
                        </m:r>
                        <m:r>
                          <a:rPr lang="en-US" b="0" i="1" smtClean="0">
                            <a:latin typeface="Cambria Math" panose="02040503050406030204" pitchFamily="18" charset="0"/>
                          </a:rPr>
                          <m:t> </m:t>
                        </m:r>
                        <m:r>
                          <a:rPr lang="en-US" b="0" i="1" smtClean="0">
                            <a:latin typeface="Cambria Math" panose="02040503050406030204" pitchFamily="18" charset="0"/>
                          </a:rPr>
                          <m:t>𝑙𝑖𝑘𝑒</m:t>
                        </m:r>
                        <m:r>
                          <a:rPr lang="en-US" b="0" i="1" smtClean="0">
                            <a:latin typeface="Cambria Math" panose="02040503050406030204" pitchFamily="18" charset="0"/>
                          </a:rPr>
                          <m:t> </m:t>
                        </m:r>
                        <m:r>
                          <a:rPr lang="en-US" b="0" i="1" smtClean="0">
                            <a:latin typeface="Cambria Math" panose="02040503050406030204" pitchFamily="18" charset="0"/>
                          </a:rPr>
                          <m:t>𝑝𝑟𝑒𝑣𝑖𝑜𝑢𝑠𝑙𝑦</m:t>
                        </m:r>
                        <m:r>
                          <a:rPr lang="en-US" b="0" i="1" smtClean="0">
                            <a:latin typeface="Cambria Math" panose="02040503050406030204" pitchFamily="18" charset="0"/>
                          </a:rPr>
                          <m:t> </m:t>
                        </m:r>
                        <m:r>
                          <a:rPr lang="en-US" b="0" i="1" smtClean="0">
                            <a:latin typeface="Cambria Math" panose="02040503050406030204" pitchFamily="18" charset="0"/>
                          </a:rPr>
                          <m:t>𝑠𝑡𝑎𝑡𝑒𝑑</m:t>
                        </m:r>
                      </m:e>
                    </m:d>
                    <m:r>
                      <a:rPr lang="en-US" b="0" i="1" smtClean="0">
                        <a:latin typeface="Cambria Math" panose="02040503050406030204" pitchFamily="18" charset="0"/>
                      </a:rPr>
                      <m:t> </m:t>
                    </m:r>
                  </m:oMath>
                </a14:m>
                <a:endParaRPr lang="en-US" b="0" dirty="0"/>
              </a:p>
              <a:p>
                <a:r>
                  <a:rPr lang="en-US" dirty="0"/>
                  <a:t>Asset Prices are Stochastic and so lack a close form solution, but MC is unaffected by this it just simulates path and estimates the parameter.</a:t>
                </a:r>
              </a:p>
              <a:p>
                <a:endParaRPr lang="en-US" b="0" dirty="0"/>
              </a:p>
              <a:p>
                <a:r>
                  <a:rPr lang="en-US" dirty="0"/>
                  <a:t>If we are generally able to get the estimate of the expectation through MC then what is the issue we face?</a:t>
                </a:r>
                <a:endParaRPr lang="en-US" b="0" dirty="0"/>
              </a:p>
              <a:p>
                <a:endParaRPr lang="en-US" dirty="0"/>
              </a:p>
            </p:txBody>
          </p:sp>
        </mc:Choice>
        <mc:Fallback xmlns="">
          <p:sp>
            <p:nvSpPr>
              <p:cNvPr id="3" name="Content Placeholder 2">
                <a:extLst>
                  <a:ext uri="{FF2B5EF4-FFF2-40B4-BE49-F238E27FC236}">
                    <a16:creationId xmlns:a16="http://schemas.microsoft.com/office/drawing/2014/main" id="{F7544E83-D5DF-3BBB-4AA6-14C8911DC160}"/>
                  </a:ext>
                </a:extLst>
              </p:cNvPr>
              <p:cNvSpPr>
                <a:spLocks noGrp="1" noRot="1" noChangeAspect="1" noMove="1" noResize="1" noEditPoints="1" noAdjustHandles="1" noChangeArrowheads="1" noChangeShapeType="1" noTextEdit="1"/>
              </p:cNvSpPr>
              <p:nvPr>
                <p:ph idx="1"/>
              </p:nvPr>
            </p:nvSpPr>
            <p:spPr>
              <a:xfrm>
                <a:off x="0" y="2269625"/>
                <a:ext cx="12192000" cy="2322082"/>
              </a:xfrm>
              <a:blipFill>
                <a:blip r:embed="rId2"/>
                <a:stretch>
                  <a:fillRect l="-1100" t="-3412" r="-1000" b="-3150"/>
                </a:stretch>
              </a:blipFill>
            </p:spPr>
            <p:txBody>
              <a:bodyPr/>
              <a:lstStyle/>
              <a:p>
                <a:r>
                  <a:rPr lang="en-US">
                    <a:noFill/>
                  </a:rPr>
                  <a:t> </a:t>
                </a:r>
              </a:p>
            </p:txBody>
          </p:sp>
        </mc:Fallback>
      </mc:AlternateContent>
    </p:spTree>
    <p:extLst>
      <p:ext uri="{BB962C8B-B14F-4D97-AF65-F5344CB8AC3E}">
        <p14:creationId xmlns:p14="http://schemas.microsoft.com/office/powerpoint/2010/main" val="280111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E2A4A-A6F5-7FDC-12A9-5B4C89B82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FA865-FDA6-B3D3-415D-FA233D8E694B}"/>
              </a:ext>
            </a:extLst>
          </p:cNvPr>
          <p:cNvSpPr>
            <a:spLocks noGrp="1"/>
          </p:cNvSpPr>
          <p:nvPr>
            <p:ph type="title"/>
          </p:nvPr>
        </p:nvSpPr>
        <p:spPr>
          <a:xfrm>
            <a:off x="0" y="259647"/>
            <a:ext cx="12192000" cy="1234440"/>
          </a:xfrm>
        </p:spPr>
        <p:txBody>
          <a:bodyPr>
            <a:normAutofit/>
          </a:bodyPr>
          <a:lstStyle/>
          <a:p>
            <a:pPr algn="ctr"/>
            <a:r>
              <a:rPr lang="en-US" sz="2950" dirty="0"/>
              <a:t>Standard error v/s standard deviation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3C1CA3-2F6F-C378-54D3-B981643D8BDC}"/>
                  </a:ext>
                </a:extLst>
              </p:cNvPr>
              <p:cNvSpPr>
                <a:spLocks noGrp="1"/>
              </p:cNvSpPr>
              <p:nvPr>
                <p:ph idx="1"/>
              </p:nvPr>
            </p:nvSpPr>
            <p:spPr>
              <a:xfrm>
                <a:off x="0" y="1895194"/>
                <a:ext cx="12192000" cy="2322082"/>
              </a:xfrm>
            </p:spPr>
            <p:txBody>
              <a:bodyPr>
                <a:noAutofit/>
              </a:bodyPr>
              <a:lstStyle/>
              <a:p>
                <a:r>
                  <a:rPr lang="en-US" sz="2200" dirty="0"/>
                  <a:t>Standard Deviation: How much individual observation vary from my </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𝑋</m:t>
                        </m:r>
                      </m:e>
                    </m:acc>
                  </m:oMath>
                </a14:m>
                <a:r>
                  <a:rPr lang="en-US" sz="2200" dirty="0"/>
                  <a:t>.</a:t>
                </a: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𝑆</m:t>
                      </m:r>
                      <m:box>
                        <m:boxPr>
                          <m:ctrlPr>
                            <a:rPr lang="en-US" sz="2200" b="0" i="1" smtClean="0">
                              <a:latin typeface="Cambria Math" panose="02040503050406030204" pitchFamily="18" charset="0"/>
                            </a:rPr>
                          </m:ctrlPr>
                        </m:boxPr>
                        <m:e>
                          <m:r>
                            <a:rPr lang="en-US" sz="2200" b="0" i="1" smtClean="0">
                              <a:latin typeface="Cambria Math" panose="02040503050406030204" pitchFamily="18" charset="0"/>
                            </a:rPr>
                            <m:t>≔</m:t>
                          </m:r>
                        </m:e>
                      </m:box>
                      <m:rad>
                        <m:radPr>
                          <m:degHide m:val="on"/>
                          <m:ctrlPr>
                            <a:rPr lang="en-US" sz="2200" i="1" smtClean="0">
                              <a:latin typeface="Cambria Math" panose="02040503050406030204" pitchFamily="18" charset="0"/>
                            </a:rPr>
                          </m:ctrlPr>
                        </m:radPr>
                        <m:deg/>
                        <m:e>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𝑁</m:t>
                              </m:r>
                              <m:r>
                                <a:rPr lang="en-US" sz="2200" b="0" i="1" smtClean="0">
                                  <a:latin typeface="Cambria Math" panose="02040503050406030204" pitchFamily="18" charset="0"/>
                                </a:rPr>
                                <m:t>−</m:t>
                              </m:r>
                              <m:r>
                                <a:rPr lang="en-US" sz="2200" b="0" i="1" smtClean="0">
                                  <a:latin typeface="Cambria Math" panose="02040503050406030204" pitchFamily="18" charset="0"/>
                                </a:rPr>
                                <m:t>1</m:t>
                              </m:r>
                            </m:den>
                          </m:f>
                          <m:sSup>
                            <m:sSupPr>
                              <m:ctrlPr>
                                <a:rPr lang="en-US" sz="2200" i="1">
                                  <a:latin typeface="Cambria Math" panose="02040503050406030204" pitchFamily="18" charset="0"/>
                                </a:rPr>
                              </m:ctrlPr>
                            </m:sSupPr>
                            <m:e>
                              <m:nary>
                                <m:naryPr>
                                  <m:chr m:val="∑"/>
                                  <m:ctrlPr>
                                    <a:rPr lang="en-US" sz="2200" i="1">
                                      <a:latin typeface="Cambria Math" panose="02040503050406030204" pitchFamily="18" charset="0"/>
                                    </a:rPr>
                                  </m:ctrlPr>
                                </m:naryPr>
                                <m:sub>
                                  <m:r>
                                    <m:rPr>
                                      <m:brk m:alnAt="23"/>
                                    </m:rPr>
                                    <a:rPr lang="en-US" sz="2200" i="1">
                                      <a:latin typeface="Cambria Math" panose="02040503050406030204" pitchFamily="18" charset="0"/>
                                    </a:rPr>
                                    <m:t>𝑖</m:t>
                                  </m:r>
                                  <m:r>
                                    <a:rPr lang="en-US" sz="2200" i="1">
                                      <a:latin typeface="Cambria Math" panose="02040503050406030204" pitchFamily="18" charset="0"/>
                                    </a:rPr>
                                    <m:t>=</m:t>
                                  </m:r>
                                  <m:r>
                                    <a:rPr lang="en-US" sz="2200" i="1">
                                      <a:latin typeface="Cambria Math" panose="02040503050406030204" pitchFamily="18" charset="0"/>
                                    </a:rPr>
                                    <m:t>1</m:t>
                                  </m:r>
                                </m:sub>
                                <m:sup>
                                  <m:r>
                                    <a:rPr lang="en-US" sz="2200" i="1">
                                      <a:latin typeface="Cambria Math" panose="02040503050406030204" pitchFamily="18" charset="0"/>
                                    </a:rPr>
                                    <m:t>𝑁</m:t>
                                  </m:r>
                                </m:sup>
                                <m:e>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𝑋</m:t>
                                      </m:r>
                                    </m:e>
                                    <m:sub>
                                      <m:r>
                                        <a:rPr lang="en-US" sz="2200" i="1">
                                          <a:latin typeface="Cambria Math" panose="02040503050406030204" pitchFamily="18" charset="0"/>
                                        </a:rPr>
                                        <m:t>𝑖</m:t>
                                      </m:r>
                                    </m:sub>
                                  </m:sSub>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𝑋</m:t>
                                      </m:r>
                                    </m:e>
                                  </m:acc>
                                </m:e>
                              </m:nary>
                              <m:r>
                                <a:rPr lang="en-US" sz="2200" i="1">
                                  <a:latin typeface="Cambria Math" panose="02040503050406030204" pitchFamily="18" charset="0"/>
                                </a:rPr>
                                <m:t>)</m:t>
                              </m:r>
                            </m:e>
                            <m:sup>
                              <m:r>
                                <a:rPr lang="en-US" sz="2200" i="1">
                                  <a:latin typeface="Cambria Math" panose="02040503050406030204" pitchFamily="18" charset="0"/>
                                </a:rPr>
                                <m:t>2</m:t>
                              </m:r>
                            </m:sup>
                          </m:sSup>
                        </m:e>
                      </m:rad>
                    </m:oMath>
                  </m:oMathPara>
                </a14:m>
                <a:endParaRPr lang="en-US" sz="2200" dirty="0"/>
              </a:p>
              <a:p>
                <a:endParaRPr lang="en-US" sz="2200" dirty="0"/>
              </a:p>
              <a:p>
                <a:endParaRPr lang="en-US" sz="2200" dirty="0"/>
              </a:p>
              <a:p>
                <a:r>
                  <a:rPr lang="en-US" sz="2200" dirty="0"/>
                  <a:t>Standard Error: How much  </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𝑋</m:t>
                        </m:r>
                        <m:r>
                          <a:rPr lang="en-US" sz="2200" b="0" i="1" smtClean="0">
                            <a:latin typeface="Cambria Math" panose="02040503050406030204" pitchFamily="18" charset="0"/>
                          </a:rPr>
                          <m:t> </m:t>
                        </m:r>
                      </m:e>
                    </m:acc>
                    <m:r>
                      <a:rPr lang="en-US" sz="2200" b="0" i="1" smtClean="0">
                        <a:latin typeface="Cambria Math" panose="02040503050406030204" pitchFamily="18" charset="0"/>
                      </a:rPr>
                      <m:t>𝑣𝑎𝑟𝑦</m:t>
                    </m:r>
                  </m:oMath>
                </a14:m>
                <a:r>
                  <a:rPr lang="en-US" sz="2200" dirty="0"/>
                  <a:t>.</a:t>
                </a:r>
              </a:p>
              <a:p>
                <a:pPr marL="0" indent="0">
                  <a:buNone/>
                </a:pPr>
                <a:r>
                  <a:rPr lang="en-US" sz="2200" dirty="0"/>
                  <a:t>SE = </a:t>
                </a:r>
                <a14:m>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panose="02040503050406030204" pitchFamily="18" charset="0"/>
                          </a:rPr>
                          <m:t>𝑆</m:t>
                        </m:r>
                      </m:num>
                      <m:den>
                        <m:rad>
                          <m:radPr>
                            <m:degHide m:val="on"/>
                            <m:ctrlPr>
                              <a:rPr lang="en-US" sz="2200" i="1" smtClean="0">
                                <a:latin typeface="Cambria Math" panose="02040503050406030204" pitchFamily="18" charset="0"/>
                              </a:rPr>
                            </m:ctrlPr>
                          </m:radPr>
                          <m:deg/>
                          <m:e>
                            <m:r>
                              <a:rPr lang="en-US" sz="2200" b="0" i="1" smtClean="0">
                                <a:latin typeface="Cambria Math" panose="02040503050406030204" pitchFamily="18" charset="0"/>
                              </a:rPr>
                              <m:t>𝑁</m:t>
                            </m:r>
                          </m:e>
                        </m:rad>
                      </m:den>
                    </m:f>
                  </m:oMath>
                </a14:m>
                <a:endParaRPr lang="en-US" sz="2200" dirty="0"/>
              </a:p>
            </p:txBody>
          </p:sp>
        </mc:Choice>
        <mc:Fallback xmlns="">
          <p:sp>
            <p:nvSpPr>
              <p:cNvPr id="3" name="Content Placeholder 2">
                <a:extLst>
                  <a:ext uri="{FF2B5EF4-FFF2-40B4-BE49-F238E27FC236}">
                    <a16:creationId xmlns:a16="http://schemas.microsoft.com/office/drawing/2014/main" id="{FA3C1CA3-2F6F-C378-54D3-B981643D8BDC}"/>
                  </a:ext>
                </a:extLst>
              </p:cNvPr>
              <p:cNvSpPr>
                <a:spLocks noGrp="1" noRot="1" noChangeAspect="1" noMove="1" noResize="1" noEditPoints="1" noAdjustHandles="1" noChangeArrowheads="1" noChangeShapeType="1" noTextEdit="1"/>
              </p:cNvSpPr>
              <p:nvPr>
                <p:ph idx="1"/>
              </p:nvPr>
            </p:nvSpPr>
            <p:spPr>
              <a:xfrm>
                <a:off x="0" y="1895194"/>
                <a:ext cx="12192000" cy="2322082"/>
              </a:xfrm>
              <a:blipFill>
                <a:blip r:embed="rId2"/>
                <a:stretch>
                  <a:fillRect l="-1400" t="-1837" b="-8766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0F838B8-EDBB-FC8A-178D-B366AAF6B2FD}"/>
              </a:ext>
            </a:extLst>
          </p:cNvPr>
          <p:cNvSpPr/>
          <p:nvPr/>
        </p:nvSpPr>
        <p:spPr>
          <a:xfrm>
            <a:off x="4669654" y="2406316"/>
            <a:ext cx="7304257" cy="37580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D6371D8-CB41-1AD4-4943-F166B8BF7ACA}"/>
                  </a:ext>
                </a:extLst>
              </p:cNvPr>
              <p:cNvSpPr txBox="1"/>
              <p:nvPr/>
            </p:nvSpPr>
            <p:spPr>
              <a:xfrm>
                <a:off x="4967869" y="2451267"/>
                <a:ext cx="2392417"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1000</m:t>
                        </m:r>
                      </m:sub>
                    </m:sSub>
                    <m:r>
                      <a:rPr lang="en-US" b="0" i="1" smtClean="0">
                        <a:latin typeface="Cambria Math" panose="02040503050406030204" pitchFamily="18" charset="0"/>
                      </a:rPr>
                      <m:t> </m:t>
                    </m:r>
                  </m:oMath>
                </a14:m>
                <a:r>
                  <a:rPr lang="en-US" dirty="0"/>
                  <a:t>=1000 </a:t>
                </a:r>
              </a:p>
            </p:txBody>
          </p:sp>
        </mc:Choice>
        <mc:Fallback xmlns="">
          <p:sp>
            <p:nvSpPr>
              <p:cNvPr id="5" name="TextBox 4">
                <a:extLst>
                  <a:ext uri="{FF2B5EF4-FFF2-40B4-BE49-F238E27FC236}">
                    <a16:creationId xmlns:a16="http://schemas.microsoft.com/office/drawing/2014/main" id="{9D6371D8-CB41-1AD4-4943-F166B8BF7ACA}"/>
                  </a:ext>
                </a:extLst>
              </p:cNvPr>
              <p:cNvSpPr txBox="1">
                <a:spLocks noRot="1" noChangeAspect="1" noMove="1" noResize="1" noEditPoints="1" noAdjustHandles="1" noChangeArrowheads="1" noChangeShapeType="1" noTextEdit="1"/>
              </p:cNvSpPr>
              <p:nvPr/>
            </p:nvSpPr>
            <p:spPr>
              <a:xfrm>
                <a:off x="4967869" y="2451267"/>
                <a:ext cx="2392417" cy="369332"/>
              </a:xfrm>
              <a:prstGeom prst="rect">
                <a:avLst/>
              </a:prstGeom>
              <a:blipFill>
                <a:blip r:embed="rId3"/>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31BB61-18B4-942C-F90C-95ADD1F5CDA2}"/>
                  </a:ext>
                </a:extLst>
              </p:cNvPr>
              <p:cNvSpPr txBox="1"/>
              <p:nvPr/>
            </p:nvSpPr>
            <p:spPr>
              <a:xfrm>
                <a:off x="4967869" y="2749508"/>
                <a:ext cx="3283169"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999</m:t>
                        </m:r>
                      </m:sub>
                    </m:sSub>
                    <m:r>
                      <a:rPr lang="en-US" b="0" i="1" smtClean="0">
                        <a:latin typeface="Cambria Math" panose="02040503050406030204" pitchFamily="18" charset="0"/>
                      </a:rPr>
                      <m:t> </m:t>
                    </m:r>
                  </m:oMath>
                </a14:m>
                <a:r>
                  <a:rPr lang="en-US" dirty="0"/>
                  <a:t>=1000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1000</m:t>
                        </m:r>
                      </m:sub>
                    </m:sSub>
                    <m:r>
                      <a:rPr lang="en-US" b="0" i="1" smtClean="0">
                        <a:latin typeface="Cambria Math" panose="02040503050406030204" pitchFamily="18" charset="0"/>
                      </a:rPr>
                      <m:t> </m:t>
                    </m:r>
                  </m:oMath>
                </a14:m>
                <a:r>
                  <a:rPr lang="en-US" dirty="0"/>
                  <a:t>=0 </a:t>
                </a:r>
              </a:p>
            </p:txBody>
          </p:sp>
        </mc:Choice>
        <mc:Fallback xmlns="">
          <p:sp>
            <p:nvSpPr>
              <p:cNvPr id="6" name="TextBox 5">
                <a:extLst>
                  <a:ext uri="{FF2B5EF4-FFF2-40B4-BE49-F238E27FC236}">
                    <a16:creationId xmlns:a16="http://schemas.microsoft.com/office/drawing/2014/main" id="{ED31BB61-18B4-942C-F90C-95ADD1F5CDA2}"/>
                  </a:ext>
                </a:extLst>
              </p:cNvPr>
              <p:cNvSpPr txBox="1">
                <a:spLocks noRot="1" noChangeAspect="1" noMove="1" noResize="1" noEditPoints="1" noAdjustHandles="1" noChangeArrowheads="1" noChangeShapeType="1" noTextEdit="1"/>
              </p:cNvSpPr>
              <p:nvPr/>
            </p:nvSpPr>
            <p:spPr>
              <a:xfrm>
                <a:off x="4967869" y="2749508"/>
                <a:ext cx="3283169" cy="369332"/>
              </a:xfrm>
              <a:prstGeom prst="rect">
                <a:avLst/>
              </a:prstGeom>
              <a:blipFill>
                <a:blip r:embed="rId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AB52D1B-71A0-8F09-ABE3-758ED3A09492}"/>
                  </a:ext>
                </a:extLst>
              </p:cNvPr>
              <p:cNvSpPr txBox="1"/>
              <p:nvPr/>
            </p:nvSpPr>
            <p:spPr>
              <a:xfrm>
                <a:off x="4967869" y="3118840"/>
                <a:ext cx="4194941"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998</m:t>
                        </m:r>
                      </m:sub>
                    </m:sSub>
                    <m:r>
                      <a:rPr lang="en-US" b="0" i="1" smtClean="0">
                        <a:latin typeface="Cambria Math" panose="02040503050406030204" pitchFamily="18" charset="0"/>
                      </a:rPr>
                      <m:t> </m:t>
                    </m:r>
                  </m:oMath>
                </a14:m>
                <a:r>
                  <a:rPr lang="en-US" dirty="0"/>
                  <a:t>=1000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𝑥</m:t>
                        </m:r>
                      </m:e>
                      <m:sub>
                        <m:r>
                          <a:rPr lang="en-US" b="0" i="1" smtClean="0">
                            <a:latin typeface="Cambria Math" panose="02040503050406030204" pitchFamily="18" charset="0"/>
                          </a:rPr>
                          <m:t>999</m:t>
                        </m:r>
                      </m:sub>
                    </m:sSub>
                    <m:r>
                      <a:rPr lang="en-US" b="0" i="0"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1000</m:t>
                        </m:r>
                      </m:sub>
                    </m:sSub>
                    <m:r>
                      <a:rPr lang="en-US" b="0" i="1" smtClean="0">
                        <a:latin typeface="Cambria Math" panose="02040503050406030204" pitchFamily="18" charset="0"/>
                      </a:rPr>
                      <m:t> </m:t>
                    </m:r>
                  </m:oMath>
                </a14:m>
                <a:r>
                  <a:rPr lang="en-US" dirty="0"/>
                  <a:t>=0 </a:t>
                </a:r>
              </a:p>
            </p:txBody>
          </p:sp>
        </mc:Choice>
        <mc:Fallback xmlns="">
          <p:sp>
            <p:nvSpPr>
              <p:cNvPr id="8" name="TextBox 7">
                <a:extLst>
                  <a:ext uri="{FF2B5EF4-FFF2-40B4-BE49-F238E27FC236}">
                    <a16:creationId xmlns:a16="http://schemas.microsoft.com/office/drawing/2014/main" id="{4AB52D1B-71A0-8F09-ABE3-758ED3A09492}"/>
                  </a:ext>
                </a:extLst>
              </p:cNvPr>
              <p:cNvSpPr txBox="1">
                <a:spLocks noRot="1" noChangeAspect="1" noMove="1" noResize="1" noEditPoints="1" noAdjustHandles="1" noChangeArrowheads="1" noChangeShapeType="1" noTextEdit="1"/>
              </p:cNvSpPr>
              <p:nvPr/>
            </p:nvSpPr>
            <p:spPr>
              <a:xfrm>
                <a:off x="4967869" y="3118840"/>
                <a:ext cx="4194941" cy="369332"/>
              </a:xfrm>
              <a:prstGeom prst="rect">
                <a:avLst/>
              </a:prstGeom>
              <a:blipFill>
                <a:blip r:embed="rId5"/>
                <a:stretch>
                  <a:fillRect t="-10000" b="-2666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D5B0B62F-9E64-F77A-92FB-70F152C7E6AC}"/>
              </a:ext>
            </a:extLst>
          </p:cNvPr>
          <p:cNvPicPr>
            <a:picLocks noChangeAspect="1"/>
          </p:cNvPicPr>
          <p:nvPr/>
        </p:nvPicPr>
        <p:blipFill>
          <a:blip r:embed="rId6"/>
          <a:stretch>
            <a:fillRect/>
          </a:stretch>
        </p:blipFill>
        <p:spPr>
          <a:xfrm>
            <a:off x="8465339" y="3698927"/>
            <a:ext cx="3297574" cy="2385263"/>
          </a:xfrm>
          <a:prstGeom prst="rect">
            <a:avLst/>
          </a:prstGeom>
        </p:spPr>
      </p:pic>
      <p:pic>
        <p:nvPicPr>
          <p:cNvPr id="11" name="Picture 10">
            <a:extLst>
              <a:ext uri="{FF2B5EF4-FFF2-40B4-BE49-F238E27FC236}">
                <a16:creationId xmlns:a16="http://schemas.microsoft.com/office/drawing/2014/main" id="{F8302B74-02D2-864B-3A9D-49461DC8D032}"/>
              </a:ext>
            </a:extLst>
          </p:cNvPr>
          <p:cNvPicPr>
            <a:picLocks noChangeAspect="1"/>
          </p:cNvPicPr>
          <p:nvPr/>
        </p:nvPicPr>
        <p:blipFill>
          <a:blip r:embed="rId7"/>
          <a:stretch>
            <a:fillRect/>
          </a:stretch>
        </p:blipFill>
        <p:spPr>
          <a:xfrm>
            <a:off x="4825216" y="3766542"/>
            <a:ext cx="3484559" cy="2339421"/>
          </a:xfrm>
          <a:prstGeom prst="rect">
            <a:avLst/>
          </a:prstGeom>
        </p:spPr>
      </p:pic>
      <p:sp>
        <p:nvSpPr>
          <p:cNvPr id="7" name="TextBox 6">
            <a:extLst>
              <a:ext uri="{FF2B5EF4-FFF2-40B4-BE49-F238E27FC236}">
                <a16:creationId xmlns:a16="http://schemas.microsoft.com/office/drawing/2014/main" id="{8031294E-34AF-604A-153C-C1B0201D7AF9}"/>
              </a:ext>
            </a:extLst>
          </p:cNvPr>
          <p:cNvSpPr txBox="1"/>
          <p:nvPr/>
        </p:nvSpPr>
        <p:spPr>
          <a:xfrm>
            <a:off x="6096000" y="4696287"/>
            <a:ext cx="1165934" cy="369332"/>
          </a:xfrm>
          <a:prstGeom prst="rect">
            <a:avLst/>
          </a:prstGeom>
          <a:noFill/>
        </p:spPr>
        <p:txBody>
          <a:bodyPr wrap="square" rtlCol="0">
            <a:spAutoFit/>
          </a:bodyPr>
          <a:lstStyle/>
          <a:p>
            <a:r>
              <a:rPr lang="en-US" dirty="0"/>
              <a:t>SE</a:t>
            </a:r>
          </a:p>
        </p:txBody>
      </p:sp>
      <p:sp>
        <p:nvSpPr>
          <p:cNvPr id="13" name="TextBox 12">
            <a:extLst>
              <a:ext uri="{FF2B5EF4-FFF2-40B4-BE49-F238E27FC236}">
                <a16:creationId xmlns:a16="http://schemas.microsoft.com/office/drawing/2014/main" id="{719D9732-A77B-0B0D-F9B3-29E27CEBD3AD}"/>
              </a:ext>
            </a:extLst>
          </p:cNvPr>
          <p:cNvSpPr txBox="1"/>
          <p:nvPr/>
        </p:nvSpPr>
        <p:spPr>
          <a:xfrm>
            <a:off x="9293441" y="4751586"/>
            <a:ext cx="1165934" cy="369332"/>
          </a:xfrm>
          <a:prstGeom prst="rect">
            <a:avLst/>
          </a:prstGeom>
          <a:noFill/>
        </p:spPr>
        <p:txBody>
          <a:bodyPr wrap="square" rtlCol="0">
            <a:spAutoFit/>
          </a:bodyPr>
          <a:lstStyle/>
          <a:p>
            <a:r>
              <a:rPr lang="en-US" dirty="0"/>
              <a:t>Mean</a:t>
            </a:r>
          </a:p>
        </p:txBody>
      </p:sp>
    </p:spTree>
    <p:extLst>
      <p:ext uri="{BB962C8B-B14F-4D97-AF65-F5344CB8AC3E}">
        <p14:creationId xmlns:p14="http://schemas.microsoft.com/office/powerpoint/2010/main" val="3537529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37019-808B-9232-1460-BC58D3F3F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89839-E754-7C3C-18E0-6004828474F3}"/>
              </a:ext>
            </a:extLst>
          </p:cNvPr>
          <p:cNvSpPr>
            <a:spLocks noGrp="1"/>
          </p:cNvSpPr>
          <p:nvPr>
            <p:ph type="title"/>
          </p:nvPr>
        </p:nvSpPr>
        <p:spPr>
          <a:xfrm>
            <a:off x="-1" y="259647"/>
            <a:ext cx="12192001" cy="1234440"/>
          </a:xfrm>
        </p:spPr>
        <p:txBody>
          <a:bodyPr>
            <a:normAutofit/>
          </a:bodyPr>
          <a:lstStyle/>
          <a:p>
            <a:pPr algn="ctr"/>
            <a:r>
              <a:rPr lang="en-US" sz="2900" dirty="0"/>
              <a:t>ACBRC (</a:t>
            </a:r>
            <a:r>
              <a:rPr lang="en-US" sz="2900" dirty="0" err="1"/>
              <a:t>Autocall</a:t>
            </a:r>
            <a:r>
              <a:rPr lang="en-US" sz="2900" dirty="0"/>
              <a:t> barrier reverse convertible)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FEDB40-EAD3-EA37-1342-D824CE2DD036}"/>
                  </a:ext>
                </a:extLst>
              </p:cNvPr>
              <p:cNvSpPr>
                <a:spLocks noGrp="1"/>
              </p:cNvSpPr>
              <p:nvPr>
                <p:ph idx="1"/>
              </p:nvPr>
            </p:nvSpPr>
            <p:spPr>
              <a:xfrm>
                <a:off x="0" y="1895194"/>
                <a:ext cx="12192000" cy="2322082"/>
              </a:xfrm>
            </p:spPr>
            <p:txBody>
              <a:bodyPr>
                <a:noAutofit/>
              </a:bodyPr>
              <a:lstStyle/>
              <a:p>
                <a:r>
                  <a:rPr lang="en-US" sz="2200" dirty="0"/>
                  <a:t>Autocall : </a:t>
                </a:r>
                <a:r>
                  <a:rPr lang="en-US" sz="2000" dirty="0" err="1"/>
                  <a:t>Autocall</a:t>
                </a:r>
                <a:r>
                  <a:rPr lang="en-US" sz="2000" dirty="0"/>
                  <a:t> is checked at discrete observation dates, and if </a:t>
                </a:r>
                <a:r>
                  <a:rPr lang="en-US" sz="2000" b="1" dirty="0"/>
                  <a:t>all</a:t>
                </a:r>
                <a:r>
                  <a:rPr lang="en-US" sz="2000" dirty="0"/>
                  <a:t> the underlying assets are above the </a:t>
                </a:r>
                <a:r>
                  <a:rPr lang="en-US" sz="2000" dirty="0" err="1"/>
                  <a:t>autocall</a:t>
                </a:r>
                <a:r>
                  <a:rPr lang="en-US" sz="2000" dirty="0"/>
                  <a:t> level (often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a:latin typeface="Cambria Math" panose="02040503050406030204" pitchFamily="18" charset="0"/>
                          </a:rPr>
                          <m:t>0</m:t>
                        </m:r>
                      </m:sub>
                    </m:sSub>
                  </m:oMath>
                </a14:m>
                <a:r>
                  <a:rPr lang="ar-AE" sz="2000" dirty="0"/>
                  <a:t>), </a:t>
                </a:r>
                <a:r>
                  <a:rPr lang="en-US" sz="2000" dirty="0"/>
                  <a:t>the product terminates early and pays principal + accrued coupons).</a:t>
                </a:r>
                <a:endParaRPr lang="en-US" sz="2200" dirty="0"/>
              </a:p>
              <a:p>
                <a:pPr marL="0" indent="0" algn="ctr">
                  <a:buNone/>
                </a:pP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𝑆</m:t>
                        </m:r>
                      </m:e>
                      <m:sub>
                        <m:r>
                          <a:rPr lang="en-US" sz="2200" b="0" i="1" smtClean="0">
                            <a:latin typeface="Cambria Math" panose="02040503050406030204" pitchFamily="18" charset="0"/>
                          </a:rPr>
                          <m:t>𝑡</m:t>
                        </m:r>
                      </m:sub>
                    </m:sSub>
                    <m:r>
                      <a:rPr lang="en-US" sz="2200" b="0" i="1" smtClean="0">
                        <a:latin typeface="Cambria Math" panose="02040503050406030204" pitchFamily="18" charset="0"/>
                      </a:rPr>
                      <m:t> </m:t>
                    </m:r>
                  </m:oMath>
                </a14:m>
                <a:r>
                  <a:rPr lang="en-US" sz="2200" dirty="0"/>
                  <a:t>&gt;=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b="0" i="1" smtClean="0">
                            <a:latin typeface="Cambria Math" panose="02040503050406030204" pitchFamily="18" charset="0"/>
                          </a:rPr>
                          <m:t>0</m:t>
                        </m:r>
                      </m:sub>
                    </m:sSub>
                  </m:oMath>
                </a14:m>
                <a:r>
                  <a:rPr lang="en-US" sz="2200" dirty="0"/>
                  <a:t> @ checkpoints </a:t>
                </a:r>
                <a14:m>
                  <m:oMath xmlns:m="http://schemas.openxmlformats.org/officeDocument/2006/math">
                    <m:groupChr>
                      <m:groupChrPr>
                        <m:chr m:val="⇒"/>
                        <m:vertJc m:val="bot"/>
                        <m:ctrlPr>
                          <a:rPr lang="en-US" sz="2200" i="1" dirty="0" smtClean="0">
                            <a:latin typeface="Cambria Math" panose="02040503050406030204" pitchFamily="18" charset="0"/>
                          </a:rPr>
                        </m:ctrlPr>
                      </m:groupChrPr>
                      <m:e/>
                    </m:groupChr>
                    <m:r>
                      <a:rPr lang="en-US" sz="2200" b="0" i="1" dirty="0" smtClean="0">
                        <a:latin typeface="Cambria Math" panose="02040503050406030204" pitchFamily="18" charset="0"/>
                      </a:rPr>
                      <m:t>𝐴𝑢𝑡𝑜𝑐𝑎𝑙𝑙</m:t>
                    </m:r>
                  </m:oMath>
                </a14:m>
                <a:endParaRPr lang="en-US" sz="2200" dirty="0"/>
              </a:p>
              <a:p>
                <a:r>
                  <a:rPr lang="en-US" sz="2200" dirty="0"/>
                  <a:t>Barrier : The check if </a:t>
                </a:r>
                <a:r>
                  <a:rPr lang="en-US" sz="2200" b="1" dirty="0"/>
                  <a:t>any</a:t>
                </a:r>
                <a:r>
                  <a:rPr lang="en-US" sz="2200" dirty="0"/>
                  <a:t> underlying asset reaches the barrier anytime during the lifetime of the product which means that the monitoring is continuous. Barrier breach result in the payout according to the terminal price + coupons accrued till the terminal.</a:t>
                </a:r>
              </a:p>
              <a:p>
                <a:pPr marL="0" indent="0" algn="ctr">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US" sz="2200" dirty="0"/>
                  <a:t>&gt;= x.</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0</m:t>
                        </m:r>
                      </m:sub>
                    </m:sSub>
                  </m:oMath>
                </a14:m>
                <a:r>
                  <a:rPr lang="en-US" sz="2200" dirty="0"/>
                  <a:t> @ anytime </a:t>
                </a:r>
                <a14:m>
                  <m:oMath xmlns:m="http://schemas.openxmlformats.org/officeDocument/2006/math">
                    <m:groupChr>
                      <m:groupChrPr>
                        <m:chr m:val="⇒"/>
                        <m:vertJc m:val="bot"/>
                        <m:ctrlPr>
                          <a:rPr lang="en-US" sz="2200" i="1" dirty="0">
                            <a:latin typeface="Cambria Math" panose="02040503050406030204" pitchFamily="18" charset="0"/>
                          </a:rPr>
                        </m:ctrlPr>
                      </m:groupChrPr>
                      <m:e/>
                    </m:groupChr>
                    <m:r>
                      <a:rPr lang="en-US" sz="2200" b="0" i="1" dirty="0" smtClean="0">
                        <a:latin typeface="Cambria Math" panose="02040503050406030204" pitchFamily="18" charset="0"/>
                      </a:rPr>
                      <m:t> </m:t>
                    </m:r>
                    <m:r>
                      <a:rPr lang="en-US" sz="2200" b="0" i="1" dirty="0" smtClean="0">
                        <a:latin typeface="Cambria Math" panose="02040503050406030204" pitchFamily="18" charset="0"/>
                      </a:rPr>
                      <m:t>𝐵𝑎𝑟𝑟𝑖𝑒𝑟</m:t>
                    </m:r>
                    <m:r>
                      <a:rPr lang="en-US" sz="2200" b="0" i="1" dirty="0" smtClean="0">
                        <a:latin typeface="Cambria Math" panose="02040503050406030204" pitchFamily="18" charset="0"/>
                      </a:rPr>
                      <m:t> </m:t>
                    </m:r>
                    <m:r>
                      <a:rPr lang="en-US" sz="2200" b="0" i="1" dirty="0" smtClean="0">
                        <a:latin typeface="Cambria Math" panose="02040503050406030204" pitchFamily="18" charset="0"/>
                      </a:rPr>
                      <m:t>𝐵𝑟𝑒𝑎𝑐</m:t>
                    </m:r>
                    <m:r>
                      <a:rPr lang="en-US" sz="2200" b="0" i="1" dirty="0" smtClean="0">
                        <a:latin typeface="Cambria Math" panose="02040503050406030204" pitchFamily="18" charset="0"/>
                      </a:rPr>
                      <m:t>h</m:t>
                    </m:r>
                  </m:oMath>
                </a14:m>
                <a:endParaRPr lang="en-US" sz="2200" dirty="0"/>
              </a:p>
              <a:p>
                <a:r>
                  <a:rPr lang="en-US" sz="2200" dirty="0"/>
                  <a:t>Occurrence of </a:t>
                </a:r>
                <a:r>
                  <a:rPr lang="en-US" sz="2200" dirty="0" err="1"/>
                  <a:t>autocall</a:t>
                </a:r>
                <a:r>
                  <a:rPr lang="en-US" sz="2200" dirty="0"/>
                  <a:t> post a barrier breach overturns it.</a:t>
                </a: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32FEDB40-EAD3-EA37-1342-D824CE2DD036}"/>
                  </a:ext>
                </a:extLst>
              </p:cNvPr>
              <p:cNvSpPr>
                <a:spLocks noGrp="1" noRot="1" noChangeAspect="1" noMove="1" noResize="1" noEditPoints="1" noAdjustHandles="1" noChangeArrowheads="1" noChangeShapeType="1" noTextEdit="1"/>
              </p:cNvSpPr>
              <p:nvPr>
                <p:ph idx="1"/>
              </p:nvPr>
            </p:nvSpPr>
            <p:spPr>
              <a:xfrm>
                <a:off x="0" y="1895194"/>
                <a:ext cx="12192000" cy="2322082"/>
              </a:xfrm>
              <a:blipFill>
                <a:blip r:embed="rId2"/>
                <a:stretch>
                  <a:fillRect l="-1300" t="-1837" r="-650" b="-82677"/>
                </a:stretch>
              </a:blipFill>
            </p:spPr>
            <p:txBody>
              <a:bodyPr/>
              <a:lstStyle/>
              <a:p>
                <a:r>
                  <a:rPr lang="en-US">
                    <a:noFill/>
                  </a:rPr>
                  <a:t> </a:t>
                </a:r>
              </a:p>
            </p:txBody>
          </p:sp>
        </mc:Fallback>
      </mc:AlternateContent>
    </p:spTree>
    <p:extLst>
      <p:ext uri="{BB962C8B-B14F-4D97-AF65-F5344CB8AC3E}">
        <p14:creationId xmlns:p14="http://schemas.microsoft.com/office/powerpoint/2010/main" val="633381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BA06D-60F4-B741-B020-9990C5D97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85E8E-4B43-989B-8EF3-E3B8BFBF4459}"/>
              </a:ext>
            </a:extLst>
          </p:cNvPr>
          <p:cNvSpPr>
            <a:spLocks noGrp="1"/>
          </p:cNvSpPr>
          <p:nvPr>
            <p:ph type="title"/>
          </p:nvPr>
        </p:nvSpPr>
        <p:spPr>
          <a:xfrm>
            <a:off x="-1" y="0"/>
            <a:ext cx="12192001" cy="1234440"/>
          </a:xfrm>
        </p:spPr>
        <p:txBody>
          <a:bodyPr>
            <a:normAutofit/>
          </a:bodyPr>
          <a:lstStyle/>
          <a:p>
            <a:pPr algn="ctr"/>
            <a:r>
              <a:rPr lang="en-US" sz="2900" dirty="0"/>
              <a:t>Generating the data to get the mean payout</a:t>
            </a:r>
          </a:p>
        </p:txBody>
      </p:sp>
      <p:sp>
        <p:nvSpPr>
          <p:cNvPr id="3" name="Content Placeholder 2">
            <a:extLst>
              <a:ext uri="{FF2B5EF4-FFF2-40B4-BE49-F238E27FC236}">
                <a16:creationId xmlns:a16="http://schemas.microsoft.com/office/drawing/2014/main" id="{F95918F6-0A05-55C4-932F-FD9A3EAFEC71}"/>
              </a:ext>
            </a:extLst>
          </p:cNvPr>
          <p:cNvSpPr>
            <a:spLocks noGrp="1"/>
          </p:cNvSpPr>
          <p:nvPr>
            <p:ph idx="1"/>
          </p:nvPr>
        </p:nvSpPr>
        <p:spPr>
          <a:xfrm>
            <a:off x="0" y="1234440"/>
            <a:ext cx="12192000" cy="2322082"/>
          </a:xfrm>
        </p:spPr>
        <p:txBody>
          <a:bodyPr>
            <a:noAutofit/>
          </a:bodyPr>
          <a:lstStyle/>
          <a:p>
            <a:pPr marL="0" indent="0">
              <a:buNone/>
            </a:pPr>
            <a:r>
              <a:rPr lang="en-US" sz="2200" dirty="0"/>
              <a:t>What are the parameters we are using:</a:t>
            </a:r>
          </a:p>
          <a:p>
            <a:r>
              <a:rPr lang="en-US" sz="2200" dirty="0"/>
              <a:t>No. of stocks = 3 (This leads us to work with 3D tensors)</a:t>
            </a:r>
          </a:p>
          <a:p>
            <a:r>
              <a:rPr lang="en-US" sz="2200" dirty="0"/>
              <a:t>Investment = SG$ 1000</a:t>
            </a:r>
          </a:p>
          <a:p>
            <a:r>
              <a:rPr lang="en-US" sz="2200" dirty="0"/>
              <a:t>Dividend are pay annually and vary for each stock</a:t>
            </a:r>
          </a:p>
          <a:p>
            <a:r>
              <a:rPr lang="en-US" sz="2200" dirty="0"/>
              <a:t>Contract tenure is 1.25 years</a:t>
            </a:r>
          </a:p>
          <a:p>
            <a:r>
              <a:rPr lang="en-US" sz="2200" dirty="0"/>
              <a:t>The underlying assets are chosen which are correlated to each other  </a:t>
            </a:r>
          </a:p>
          <a:p>
            <a:r>
              <a:rPr lang="en-US" sz="2200" dirty="0"/>
              <a:t>Coupons payout is 8% of the investment/ annum </a:t>
            </a:r>
            <a:r>
              <a:rPr lang="en-US" sz="2200" dirty="0" err="1"/>
              <a:t>payed</a:t>
            </a:r>
            <a:r>
              <a:rPr lang="en-US" sz="2200" dirty="0"/>
              <a:t> quarterly (i.e. 2% every quarter).</a:t>
            </a:r>
          </a:p>
          <a:p>
            <a:r>
              <a:rPr lang="en-US" sz="2200" dirty="0" err="1"/>
              <a:t>Autocall</a:t>
            </a:r>
            <a:r>
              <a:rPr lang="en-US" sz="2200" dirty="0"/>
              <a:t> Checkpoints are [0.5,0.75,1] (in yrs) </a:t>
            </a:r>
          </a:p>
          <a:p>
            <a:r>
              <a:rPr lang="en-US" sz="2200" dirty="0"/>
              <a:t>Trading days in year = 252</a:t>
            </a:r>
          </a:p>
          <a:p>
            <a:endParaRPr lang="en-US" sz="2200" dirty="0"/>
          </a:p>
        </p:txBody>
      </p:sp>
    </p:spTree>
    <p:extLst>
      <p:ext uri="{BB962C8B-B14F-4D97-AF65-F5344CB8AC3E}">
        <p14:creationId xmlns:p14="http://schemas.microsoft.com/office/powerpoint/2010/main" val="2636903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EC6A-AB08-4DDA-1163-FA0F87671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0296F-AD46-B0A1-DF61-FC5165618AFA}"/>
              </a:ext>
            </a:extLst>
          </p:cNvPr>
          <p:cNvSpPr>
            <a:spLocks noGrp="1"/>
          </p:cNvSpPr>
          <p:nvPr>
            <p:ph type="title"/>
          </p:nvPr>
        </p:nvSpPr>
        <p:spPr>
          <a:xfrm>
            <a:off x="-1" y="0"/>
            <a:ext cx="12192001" cy="1234440"/>
          </a:xfrm>
        </p:spPr>
        <p:txBody>
          <a:bodyPr>
            <a:normAutofit/>
          </a:bodyPr>
          <a:lstStyle/>
          <a:p>
            <a:pPr algn="ctr"/>
            <a:r>
              <a:rPr lang="en-US" sz="2900" dirty="0"/>
              <a:t>Generating simulations and getting the payout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6CDEE5-1F2B-42C3-FD99-9394737E73FC}"/>
                  </a:ext>
                </a:extLst>
              </p:cNvPr>
              <p:cNvSpPr>
                <a:spLocks noGrp="1"/>
              </p:cNvSpPr>
              <p:nvPr>
                <p:ph idx="1"/>
              </p:nvPr>
            </p:nvSpPr>
            <p:spPr>
              <a:xfrm>
                <a:off x="208546" y="1234440"/>
                <a:ext cx="9677401" cy="2322082"/>
              </a:xfrm>
              <a:ln>
                <a:solidFill>
                  <a:schemeClr val="tx1"/>
                </a:solidFill>
              </a:ln>
            </p:spPr>
            <p:txBody>
              <a:bodyPr>
                <a:noAutofit/>
              </a:bodyPr>
              <a:lstStyle/>
              <a:p>
                <a:pPr marL="0" indent="0">
                  <a:buNone/>
                </a:pP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𝑆</m:t>
                        </m:r>
                      </m:e>
                      <m:sub>
                        <m:r>
                          <a:rPr lang="en-US" sz="2200" b="0" i="1" smtClean="0">
                            <a:latin typeface="Cambria Math" panose="02040503050406030204" pitchFamily="18" charset="0"/>
                          </a:rPr>
                          <m:t>𝑡</m:t>
                        </m:r>
                        <m:r>
                          <a:rPr lang="en-US" sz="2200" b="0" i="1" smtClean="0">
                            <a:latin typeface="Cambria Math" panose="02040503050406030204" pitchFamily="18" charset="0"/>
                          </a:rPr>
                          <m:t>+</m:t>
                        </m:r>
                        <m:r>
                          <a:rPr lang="en-US" sz="2200" b="0" i="1" smtClean="0">
                            <a:latin typeface="Cambria Math" panose="02040503050406030204" pitchFamily="18" charset="0"/>
                          </a:rPr>
                          <m:t>𝑑𝑡</m:t>
                        </m:r>
                      </m:sub>
                    </m:sSub>
                  </m:oMath>
                </a14:m>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𝑡</m:t>
                        </m:r>
                      </m:sub>
                    </m:sSub>
                    <m:r>
                      <a:rPr lang="en-US" sz="2200" b="0" i="1" smtClean="0">
                        <a:latin typeface="Cambria Math" panose="02040503050406030204" pitchFamily="18" charset="0"/>
                      </a:rPr>
                      <m:t>.</m:t>
                    </m:r>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exp</m:t>
                        </m:r>
                      </m:fName>
                      <m:e>
                        <m:d>
                          <m:dPr>
                            <m:ctrlPr>
                              <a:rPr lang="en-US" sz="2200" b="0" i="1" smtClean="0">
                                <a:latin typeface="Cambria Math" panose="02040503050406030204" pitchFamily="18" charset="0"/>
                              </a:rPr>
                            </m:ctrlPr>
                          </m:dPr>
                          <m:e>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𝑟</m:t>
                                </m:r>
                                <m:r>
                                  <a:rPr lang="en-US" sz="2200" b="0" i="1" smtClean="0">
                                    <a:latin typeface="Cambria Math" panose="02040503050406030204" pitchFamily="18" charset="0"/>
                                  </a:rPr>
                                  <m:t>−</m:t>
                                </m:r>
                                <m:r>
                                  <a:rPr lang="en-US" sz="2200" b="0" i="1" smtClean="0">
                                    <a:latin typeface="Cambria Math" panose="02040503050406030204" pitchFamily="18" charset="0"/>
                                  </a:rPr>
                                  <m:t>𝑑</m:t>
                                </m:r>
                                <m:r>
                                  <a:rPr lang="en-US" sz="2200" b="0" i="1" smtClean="0">
                                    <a:latin typeface="Cambria Math" panose="02040503050406030204" pitchFamily="18" charset="0"/>
                                  </a:rPr>
                                  <m:t>−0.5∗</m:t>
                                </m:r>
                                <m:sSup>
                                  <m:sSupPr>
                                    <m:ctrlPr>
                                      <a:rPr lang="en-US" sz="2200" b="0" i="1" smtClean="0">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𝜎</m:t>
                                    </m:r>
                                  </m:e>
                                  <m:sup>
                                    <m:r>
                                      <a:rPr lang="en-US" sz="2200" b="0" i="1" smtClean="0">
                                        <a:latin typeface="Cambria Math" panose="02040503050406030204" pitchFamily="18" charset="0"/>
                                        <a:ea typeface="Cambria Math" panose="02040503050406030204" pitchFamily="18" charset="0"/>
                                      </a:rPr>
                                      <m:t>2</m:t>
                                    </m:r>
                                  </m:sup>
                                </m:sSup>
                              </m:e>
                            </m:d>
                            <m:r>
                              <a:rPr lang="en-US" sz="2200" b="0" i="1" smtClean="0">
                                <a:latin typeface="Cambria Math" panose="02040503050406030204" pitchFamily="18" charset="0"/>
                                <a:ea typeface="Cambria Math" panose="02040503050406030204" pitchFamily="18" charset="0"/>
                              </a:rPr>
                              <m:t>𝑑𝑡</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𝜎</m:t>
                            </m:r>
                            <m:rad>
                              <m:radPr>
                                <m:degHide m:val="on"/>
                                <m:ctrlPr>
                                  <a:rPr lang="en-US" sz="2200" i="1" smtClean="0">
                                    <a:latin typeface="Cambria Math" panose="02040503050406030204" pitchFamily="18" charset="0"/>
                                    <a:ea typeface="Cambria Math" panose="02040503050406030204" pitchFamily="18" charset="0"/>
                                  </a:rPr>
                                </m:ctrlPr>
                              </m:radPr>
                              <m:deg/>
                              <m:e>
                                <m:r>
                                  <a:rPr lang="en-US" sz="2200" b="0" i="1" smtClean="0">
                                    <a:latin typeface="Cambria Math" panose="02040503050406030204" pitchFamily="18" charset="0"/>
                                    <a:ea typeface="Cambria Math" panose="02040503050406030204" pitchFamily="18" charset="0"/>
                                  </a:rPr>
                                  <m:t>𝑑𝑡</m:t>
                                </m:r>
                              </m:e>
                            </m:rad>
                            <m:r>
                              <a:rPr lang="en-US" sz="2200" b="0" i="1" smtClean="0">
                                <a:latin typeface="Cambria Math" panose="02040503050406030204" pitchFamily="18" charset="0"/>
                                <a:ea typeface="Cambria Math" panose="02040503050406030204" pitchFamily="18" charset="0"/>
                              </a:rPr>
                              <m:t>𝑍</m:t>
                            </m:r>
                          </m:e>
                        </m:d>
                      </m:e>
                    </m:func>
                  </m:oMath>
                </a14:m>
                <a:endParaRPr lang="en-US" sz="2200" b="0" dirty="0">
                  <a:ea typeface="Cambria Math" panose="02040503050406030204" pitchFamily="18" charset="0"/>
                </a:endParaRPr>
              </a:p>
              <a:p>
                <a:pPr marL="0" indent="0">
                  <a:buNone/>
                </a:pPr>
                <a:r>
                  <a:rPr lang="en-US" sz="2200"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−0.5∗</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𝜎</m:t>
                                    </m:r>
                                  </m:e>
                                  <m:sup>
                                    <m:r>
                                      <a:rPr lang="en-US" sz="2200" i="1">
                                        <a:latin typeface="Cambria Math" panose="02040503050406030204" pitchFamily="18" charset="0"/>
                                        <a:ea typeface="Cambria Math" panose="02040503050406030204" pitchFamily="18" charset="0"/>
                                      </a:rPr>
                                      <m:t>2</m:t>
                                    </m:r>
                                  </m:sup>
                                </m:sSup>
                              </m:e>
                            </m:d>
                            <m:r>
                              <a:rPr lang="en-US" sz="2200" b="0" i="1" smtClean="0">
                                <a:latin typeface="Cambria Math" panose="02040503050406030204" pitchFamily="18" charset="0"/>
                                <a:ea typeface="Cambria Math" panose="02040503050406030204" pitchFamily="18" charset="0"/>
                              </a:rPr>
                              <m:t>𝑑𝑡</m:t>
                            </m:r>
                          </m:e>
                        </m:d>
                      </m:e>
                    </m:func>
                    <m:r>
                      <a:rPr lang="en-US" sz="2200" b="0" i="0" smtClean="0">
                        <a:latin typeface="Cambria Math" panose="02040503050406030204" pitchFamily="18" charset="0"/>
                        <a:ea typeface="Cambria Math" panose="02040503050406030204" pitchFamily="18" charset="0"/>
                      </a:rPr>
                      <m:t>+ </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𝑆</m:t>
                        </m:r>
                      </m:e>
                      <m:sub>
                        <m:r>
                          <a:rPr lang="en-US" sz="2200" b="0" i="1" smtClean="0">
                            <a:latin typeface="Cambria Math" panose="02040503050406030204" pitchFamily="18" charset="0"/>
                            <a:ea typeface="Cambria Math" panose="02040503050406030204" pitchFamily="18" charset="0"/>
                          </a:rPr>
                          <m:t>𝑡</m:t>
                        </m:r>
                      </m:sub>
                    </m:sSub>
                    <m:r>
                      <a:rPr lang="en-US" sz="2200" b="0" i="1" smtClean="0">
                        <a:latin typeface="Cambria Math" panose="02040503050406030204" pitchFamily="18" charset="0"/>
                        <a:ea typeface="Cambria Math" panose="02040503050406030204" pitchFamily="18" charset="0"/>
                      </a:rPr>
                      <m:t>.</m:t>
                    </m:r>
                    <m:r>
                      <m:rPr>
                        <m:sty m:val="p"/>
                      </m:rPr>
                      <a:rPr lang="en-US" sz="2200" b="0" i="0" smtClean="0">
                        <a:latin typeface="Cambria Math" panose="02040503050406030204" pitchFamily="18" charset="0"/>
                        <a:ea typeface="Cambria Math" panose="02040503050406030204" pitchFamily="18" charset="0"/>
                      </a:rPr>
                      <m:t>exp</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𝜎</m:t>
                    </m:r>
                    <m:r>
                      <a:rPr lang="en-US" sz="2200" b="0" i="1" smtClean="0">
                        <a:latin typeface="Cambria Math" panose="02040503050406030204" pitchFamily="18" charset="0"/>
                        <a:ea typeface="Cambria Math" panose="02040503050406030204" pitchFamily="18" charset="0"/>
                      </a:rPr>
                      <m:t> ∗</m:t>
                    </m:r>
                    <m:rad>
                      <m:radPr>
                        <m:degHide m:val="on"/>
                        <m:ctrlPr>
                          <a:rPr lang="en-US" sz="2200" b="0" i="1" smtClean="0">
                            <a:latin typeface="Cambria Math" panose="02040503050406030204" pitchFamily="18" charset="0"/>
                            <a:ea typeface="Cambria Math" panose="02040503050406030204" pitchFamily="18" charset="0"/>
                          </a:rPr>
                        </m:ctrlPr>
                      </m:radPr>
                      <m:deg/>
                      <m:e>
                        <m:r>
                          <a:rPr lang="en-US" sz="2200" b="0" i="1" smtClean="0">
                            <a:latin typeface="Cambria Math" panose="02040503050406030204" pitchFamily="18" charset="0"/>
                            <a:ea typeface="Cambria Math" panose="02040503050406030204" pitchFamily="18" charset="0"/>
                          </a:rPr>
                          <m:t>𝑑𝑡</m:t>
                        </m:r>
                      </m:e>
                    </m:rad>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𝑍</m:t>
                    </m:r>
                    <m:r>
                      <a:rPr lang="en-US" sz="2200" b="0" i="1" smtClean="0">
                        <a:latin typeface="Cambria Math" panose="02040503050406030204" pitchFamily="18" charset="0"/>
                        <a:ea typeface="Cambria Math" panose="02040503050406030204" pitchFamily="18" charset="0"/>
                      </a:rPr>
                      <m:t>)</m:t>
                    </m:r>
                  </m:oMath>
                </a14:m>
                <a:r>
                  <a:rPr lang="en-US" sz="2200" dirty="0"/>
                  <a:t> </a:t>
                </a:r>
              </a:p>
            </p:txBody>
          </p:sp>
        </mc:Choice>
        <mc:Fallback xmlns="">
          <p:sp>
            <p:nvSpPr>
              <p:cNvPr id="3" name="Content Placeholder 2">
                <a:extLst>
                  <a:ext uri="{FF2B5EF4-FFF2-40B4-BE49-F238E27FC236}">
                    <a16:creationId xmlns:a16="http://schemas.microsoft.com/office/drawing/2014/main" id="{B76CDEE5-1F2B-42C3-FD99-9394737E73FC}"/>
                  </a:ext>
                </a:extLst>
              </p:cNvPr>
              <p:cNvSpPr>
                <a:spLocks noGrp="1" noRot="1" noChangeAspect="1" noMove="1" noResize="1" noEditPoints="1" noAdjustHandles="1" noChangeArrowheads="1" noChangeShapeType="1" noTextEdit="1"/>
              </p:cNvSpPr>
              <p:nvPr>
                <p:ph idx="1"/>
              </p:nvPr>
            </p:nvSpPr>
            <p:spPr>
              <a:xfrm>
                <a:off x="208546" y="1234440"/>
                <a:ext cx="9677401" cy="2322082"/>
              </a:xfrm>
              <a:blipFill>
                <a:blip r:embed="rId2"/>
                <a:stretch>
                  <a:fillRect/>
                </a:stretch>
              </a:blipFill>
              <a:ln>
                <a:solidFill>
                  <a:schemeClr val="tx1"/>
                </a:solidFill>
              </a:ln>
            </p:spPr>
            <p:txBody>
              <a:bodyPr/>
              <a:lstStyle/>
              <a:p>
                <a:r>
                  <a:rPr lang="en-US">
                    <a:noFill/>
                  </a:rPr>
                  <a:t> </a:t>
                </a:r>
              </a:p>
            </p:txBody>
          </p:sp>
        </mc:Fallback>
      </mc:AlternateContent>
      <p:cxnSp>
        <p:nvCxnSpPr>
          <p:cNvPr id="5" name="Connector: Curved 4">
            <a:extLst>
              <a:ext uri="{FF2B5EF4-FFF2-40B4-BE49-F238E27FC236}">
                <a16:creationId xmlns:a16="http://schemas.microsoft.com/office/drawing/2014/main" id="{A24226AB-AAEF-7CB0-1985-E897803B52BA}"/>
              </a:ext>
            </a:extLst>
          </p:cNvPr>
          <p:cNvCxnSpPr/>
          <p:nvPr/>
        </p:nvCxnSpPr>
        <p:spPr>
          <a:xfrm rot="10800000" flipV="1">
            <a:off x="2171701" y="2463362"/>
            <a:ext cx="934107" cy="40596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or: Curved 5">
            <a:extLst>
              <a:ext uri="{FF2B5EF4-FFF2-40B4-BE49-F238E27FC236}">
                <a16:creationId xmlns:a16="http://schemas.microsoft.com/office/drawing/2014/main" id="{0EBFF6E6-EF78-56D6-20EA-6E4C2D9CF0ED}"/>
              </a:ext>
            </a:extLst>
          </p:cNvPr>
          <p:cNvCxnSpPr>
            <a:cxnSpLocks/>
          </p:cNvCxnSpPr>
          <p:nvPr/>
        </p:nvCxnSpPr>
        <p:spPr>
          <a:xfrm>
            <a:off x="6163006" y="2517228"/>
            <a:ext cx="1160077" cy="45851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69E791C-F085-D69C-412B-D38EE1060E14}"/>
              </a:ext>
            </a:extLst>
          </p:cNvPr>
          <p:cNvSpPr txBox="1"/>
          <p:nvPr/>
        </p:nvSpPr>
        <p:spPr>
          <a:xfrm>
            <a:off x="1032641" y="2869325"/>
            <a:ext cx="1103587" cy="369332"/>
          </a:xfrm>
          <a:prstGeom prst="rect">
            <a:avLst/>
          </a:prstGeom>
          <a:noFill/>
          <a:ln>
            <a:solidFill>
              <a:schemeClr val="tx1"/>
            </a:solidFill>
          </a:ln>
        </p:spPr>
        <p:txBody>
          <a:bodyPr wrap="square" rtlCol="0">
            <a:spAutoFit/>
          </a:bodyPr>
          <a:lstStyle/>
          <a:p>
            <a:r>
              <a:rPr lang="en-US" dirty="0"/>
              <a:t>Drift Term</a:t>
            </a:r>
          </a:p>
        </p:txBody>
      </p:sp>
      <p:sp>
        <p:nvSpPr>
          <p:cNvPr id="9" name="TextBox 8">
            <a:extLst>
              <a:ext uri="{FF2B5EF4-FFF2-40B4-BE49-F238E27FC236}">
                <a16:creationId xmlns:a16="http://schemas.microsoft.com/office/drawing/2014/main" id="{76A3F186-A1F1-4CC0-DA26-ED40EBCCAFED}"/>
              </a:ext>
            </a:extLst>
          </p:cNvPr>
          <p:cNvSpPr txBox="1"/>
          <p:nvPr/>
        </p:nvSpPr>
        <p:spPr>
          <a:xfrm>
            <a:off x="7357240" y="2869325"/>
            <a:ext cx="2027183" cy="369332"/>
          </a:xfrm>
          <a:prstGeom prst="rect">
            <a:avLst/>
          </a:prstGeom>
          <a:noFill/>
          <a:ln>
            <a:solidFill>
              <a:schemeClr val="tx1"/>
            </a:solidFill>
          </a:ln>
        </p:spPr>
        <p:txBody>
          <a:bodyPr wrap="square" rtlCol="0">
            <a:spAutoFit/>
          </a:bodyPr>
          <a:lstStyle/>
          <a:p>
            <a:r>
              <a:rPr lang="en-US" dirty="0"/>
              <a:t>Diffusion Term</a:t>
            </a:r>
          </a:p>
        </p:txBody>
      </p:sp>
      <p:cxnSp>
        <p:nvCxnSpPr>
          <p:cNvPr id="11" name="Connector: Curved 10">
            <a:extLst>
              <a:ext uri="{FF2B5EF4-FFF2-40B4-BE49-F238E27FC236}">
                <a16:creationId xmlns:a16="http://schemas.microsoft.com/office/drawing/2014/main" id="{E2C53D3C-0EEE-9D8D-8371-A0B0EFC4EA6A}"/>
              </a:ext>
            </a:extLst>
          </p:cNvPr>
          <p:cNvCxnSpPr>
            <a:cxnSpLocks/>
          </p:cNvCxnSpPr>
          <p:nvPr/>
        </p:nvCxnSpPr>
        <p:spPr>
          <a:xfrm flipV="1">
            <a:off x="7579271" y="1994338"/>
            <a:ext cx="335022" cy="10247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59C5507-DB2D-E6FD-0493-566ECDFF4EB7}"/>
              </a:ext>
            </a:extLst>
          </p:cNvPr>
          <p:cNvSpPr txBox="1"/>
          <p:nvPr/>
        </p:nvSpPr>
        <p:spPr>
          <a:xfrm>
            <a:off x="7982605" y="1809672"/>
            <a:ext cx="1173219" cy="369332"/>
          </a:xfrm>
          <a:prstGeom prst="rect">
            <a:avLst/>
          </a:prstGeom>
          <a:noFill/>
          <a:ln>
            <a:solidFill>
              <a:schemeClr val="tx1"/>
            </a:solidFill>
          </a:ln>
        </p:spPr>
        <p:txBody>
          <a:bodyPr wrap="square" rtlCol="0">
            <a:spAutoFit/>
          </a:bodyPr>
          <a:lstStyle/>
          <a:p>
            <a:r>
              <a:rPr lang="en-US" dirty="0"/>
              <a:t>Z ~ N(0,1)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1A6A388-4F4C-8835-70D3-C2B526D15B11}"/>
                  </a:ext>
                </a:extLst>
              </p:cNvPr>
              <p:cNvSpPr txBox="1"/>
              <p:nvPr/>
            </p:nvSpPr>
            <p:spPr>
              <a:xfrm>
                <a:off x="208546" y="3641713"/>
                <a:ext cx="5694449" cy="684675"/>
              </a:xfrm>
              <a:prstGeom prst="rect">
                <a:avLst/>
              </a:prstGeom>
              <a:noFill/>
              <a:ln>
                <a:solidFill>
                  <a:schemeClr val="tx1"/>
                </a:solidFill>
              </a:ln>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−0.5∗</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e>
                            </m:d>
                            <m:r>
                              <a:rPr lang="en-US" i="1">
                                <a:latin typeface="Cambria Math" panose="02040503050406030204" pitchFamily="18" charset="0"/>
                                <a:ea typeface="Cambria Math" panose="02040503050406030204" pitchFamily="18" charset="0"/>
                              </a:rPr>
                              <m:t>𝑡</m:t>
                            </m:r>
                          </m:e>
                        </m:d>
                      </m:e>
                    </m:func>
                    <m:r>
                      <a:rPr lang="en-US">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exp</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𝑡</m:t>
                        </m:r>
                      </m:e>
                    </m:ra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𝑍</m:t>
                    </m:r>
                    <m:r>
                      <a:rPr lang="en-US" i="1">
                        <a:latin typeface="Cambria Math" panose="02040503050406030204" pitchFamily="18" charset="0"/>
                        <a:ea typeface="Cambria Math" panose="02040503050406030204" pitchFamily="18" charset="0"/>
                      </a:rPr>
                      <m:t>)</m:t>
                    </m:r>
                  </m:oMath>
                </a14:m>
                <a:r>
                  <a:rPr lang="en-US" dirty="0"/>
                  <a:t> </a:t>
                </a:r>
              </a:p>
              <a:p>
                <a:endParaRPr lang="en-US" dirty="0"/>
              </a:p>
            </p:txBody>
          </p:sp>
        </mc:Choice>
        <mc:Fallback xmlns="">
          <p:sp>
            <p:nvSpPr>
              <p:cNvPr id="4" name="TextBox 3">
                <a:extLst>
                  <a:ext uri="{FF2B5EF4-FFF2-40B4-BE49-F238E27FC236}">
                    <a16:creationId xmlns:a16="http://schemas.microsoft.com/office/drawing/2014/main" id="{21A6A388-4F4C-8835-70D3-C2B526D15B11}"/>
                  </a:ext>
                </a:extLst>
              </p:cNvPr>
              <p:cNvSpPr txBox="1">
                <a:spLocks noRot="1" noChangeAspect="1" noMove="1" noResize="1" noEditPoints="1" noAdjustHandles="1" noChangeArrowheads="1" noChangeShapeType="1" noTextEdit="1"/>
              </p:cNvSpPr>
              <p:nvPr/>
            </p:nvSpPr>
            <p:spPr>
              <a:xfrm>
                <a:off x="208546" y="3641713"/>
                <a:ext cx="5694449" cy="684675"/>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F2BD68-0311-9A49-F030-EAD4C73BB0DA}"/>
                  </a:ext>
                </a:extLst>
              </p:cNvPr>
              <p:cNvSpPr txBox="1"/>
              <p:nvPr/>
            </p:nvSpPr>
            <p:spPr>
              <a:xfrm>
                <a:off x="208546" y="4411579"/>
                <a:ext cx="6380749" cy="656013"/>
              </a:xfrm>
              <a:prstGeom prst="rect">
                <a:avLst/>
              </a:prstGeom>
              <a:noFill/>
              <a:ln>
                <a:solidFill>
                  <a:schemeClr val="tx1"/>
                </a:solidFill>
              </a:ln>
            </p:spPr>
            <p:txBody>
              <a:bodyPr wrap="square" rtlCol="0">
                <a:spAutoFit/>
              </a:bodyPr>
              <a:lstStyle/>
              <a:p>
                <a14:m>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l</m:t>
                        </m:r>
                        <m:r>
                          <a:rPr lang="en-US" b="0" i="1" smtClean="0">
                            <a:latin typeface="Cambria Math" panose="02040503050406030204" pitchFamily="18" charset="0"/>
                          </a:rPr>
                          <m:t>𝑛</m:t>
                        </m:r>
                      </m:fName>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𝑏𝑟𝑜𝑤𝑛𝑖𝑎𝑛</m:t>
                            </m:r>
                          </m:sub>
                        </m:sSub>
                      </m:e>
                    </m:func>
                  </m:oMath>
                </a14:m>
                <a:r>
                  <a:rPr lang="en-US" dirty="0"/>
                  <a:t> = </a:t>
                </a:r>
                <a14:m>
                  <m:oMath xmlns:m="http://schemas.openxmlformats.org/officeDocument/2006/math">
                    <m:f>
                      <m:fPr>
                        <m:ctrlPr>
                          <a:rPr lang="en-US" i="1" smtClean="0">
                            <a:latin typeface="Cambria Math" panose="02040503050406030204" pitchFamily="18" charset="0"/>
                          </a:rPr>
                        </m:ctrlPr>
                      </m:fPr>
                      <m:num>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m:t>
                            </m:r>
                            <m:r>
                              <a:rPr lang="en-US" b="0" i="1" smtClean="0">
                                <a:latin typeface="Cambria Math" panose="02040503050406030204" pitchFamily="18" charset="0"/>
                              </a:rPr>
                              <m:t>𝑛</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m:t>
                            </m:r>
                            <m:r>
                              <a:rPr lang="en-US" b="0" i="1" smtClean="0">
                                <a:latin typeface="Cambria Math" panose="02040503050406030204" pitchFamily="18" charset="0"/>
                              </a:rPr>
                              <m:t>𝑛</m:t>
                            </m:r>
                          </m:fNa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r>
                                  <a:rPr lang="en-US" b="0" i="1" smtClean="0">
                                    <a:latin typeface="Cambria Math" panose="02040503050406030204" pitchFamily="18" charset="0"/>
                                  </a:rPr>
                                  <m:t>+1</m:t>
                                </m:r>
                              </m:sub>
                            </m:sSub>
                            <m:r>
                              <a:rPr lang="en-US" i="1">
                                <a:latin typeface="Cambria Math" panose="02040503050406030204" pitchFamily="18" charset="0"/>
                              </a:rPr>
                              <m:t> </m:t>
                            </m:r>
                          </m:e>
                        </m:func>
                      </m:num>
                      <m:den>
                        <m:r>
                          <a:rPr lang="en-US" b="0" i="1" smtClean="0">
                            <a:latin typeface="Cambria Math" panose="02040503050406030204" pitchFamily="18" charset="0"/>
                          </a:rPr>
                          <m:t>2</m:t>
                        </m:r>
                      </m:den>
                    </m:f>
                  </m:oMath>
                </a14:m>
                <a:r>
                  <a:rPr lang="en-US" dirty="0"/>
                  <a:t> - </a:t>
                </a:r>
                <a14:m>
                  <m:oMath xmlns:m="http://schemas.openxmlformats.org/officeDocument/2006/math">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f>
                              <m:fPr>
                                <m:ctrlPr>
                                  <a:rPr lang="en-US" i="1">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l</m:t>
                                    </m:r>
                                    <m:r>
                                      <a:rPr lang="en-US" b="0" i="1" smtClean="0">
                                        <a:latin typeface="Cambria Math" panose="02040503050406030204" pitchFamily="18" charset="0"/>
                                      </a:rPr>
                                      <m:t>𝑛</m:t>
                                    </m:r>
                                  </m:fNa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r>
                                      <a:rPr lang="en-US" i="1">
                                        <a:latin typeface="Cambria Math" panose="02040503050406030204" pitchFamily="18" charset="0"/>
                                      </a:rPr>
                                      <m:t> </m:t>
                                    </m:r>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m:t>
                                    </m:r>
                                    <m:r>
                                      <a:rPr lang="en-US" b="0" i="1" smtClean="0">
                                        <a:latin typeface="Cambria Math" panose="02040503050406030204" pitchFamily="18" charset="0"/>
                                      </a:rPr>
                                      <m:t>𝑛</m:t>
                                    </m:r>
                                  </m:fNa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e>
                                </m:func>
                              </m:num>
                              <m:den>
                                <m:r>
                                  <a:rPr lang="en-US" i="1">
                                    <a:latin typeface="Cambria Math" panose="02040503050406030204" pitchFamily="18" charset="0"/>
                                  </a:rPr>
                                  <m:t>2</m:t>
                                </m:r>
                              </m:den>
                            </m:f>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 −0.5∗</m:t>
                        </m:r>
                        <m:sSup>
                          <m:sSupPr>
                            <m:ctrlPr>
                              <a:rPr lang="en-US" b="0" i="1" smtClean="0">
                                <a:latin typeface="Cambria Math" panose="02040503050406030204" pitchFamily="18" charset="0"/>
                              </a:rPr>
                            </m:ctrlPr>
                          </m:sSupPr>
                          <m:e>
                            <m:r>
                              <a:rPr lang="en-US" i="1">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𝑙𝑛𝑈</m:t>
                        </m:r>
                      </m:e>
                    </m:rad>
                  </m:oMath>
                </a14:m>
                <a:endParaRPr lang="en-US" dirty="0"/>
              </a:p>
            </p:txBody>
          </p:sp>
        </mc:Choice>
        <mc:Fallback xmlns="">
          <p:sp>
            <p:nvSpPr>
              <p:cNvPr id="7" name="TextBox 6">
                <a:extLst>
                  <a:ext uri="{FF2B5EF4-FFF2-40B4-BE49-F238E27FC236}">
                    <a16:creationId xmlns:a16="http://schemas.microsoft.com/office/drawing/2014/main" id="{82F2BD68-0311-9A49-F030-EAD4C73BB0DA}"/>
                  </a:ext>
                </a:extLst>
              </p:cNvPr>
              <p:cNvSpPr txBox="1">
                <a:spLocks noRot="1" noChangeAspect="1" noMove="1" noResize="1" noEditPoints="1" noAdjustHandles="1" noChangeArrowheads="1" noChangeShapeType="1" noTextEdit="1"/>
              </p:cNvSpPr>
              <p:nvPr/>
            </p:nvSpPr>
            <p:spPr>
              <a:xfrm>
                <a:off x="208546" y="4411579"/>
                <a:ext cx="6380749" cy="656013"/>
              </a:xfrm>
              <a:prstGeom prst="rect">
                <a:avLst/>
              </a:prstGeom>
              <a:blipFill>
                <a:blip r:embed="rId4"/>
                <a:stretch>
                  <a:fillRect/>
                </a:stretch>
              </a:blipFill>
              <a:ln>
                <a:solidFill>
                  <a:schemeClr val="tx1"/>
                </a:solidFill>
              </a:ln>
            </p:spPr>
            <p:txBody>
              <a:bodyPr/>
              <a:lstStyle/>
              <a:p>
                <a:r>
                  <a:rPr lang="en-US">
                    <a:noFill/>
                  </a:rPr>
                  <a:t> </a:t>
                </a:r>
              </a:p>
            </p:txBody>
          </p:sp>
        </mc:Fallback>
      </mc:AlternateContent>
      <p:cxnSp>
        <p:nvCxnSpPr>
          <p:cNvPr id="15" name="Connector: Curved 14">
            <a:extLst>
              <a:ext uri="{FF2B5EF4-FFF2-40B4-BE49-F238E27FC236}">
                <a16:creationId xmlns:a16="http://schemas.microsoft.com/office/drawing/2014/main" id="{1968CE49-730A-F321-EAE5-37946518C520}"/>
              </a:ext>
            </a:extLst>
          </p:cNvPr>
          <p:cNvCxnSpPr>
            <a:cxnSpLocks/>
          </p:cNvCxnSpPr>
          <p:nvPr/>
        </p:nvCxnSpPr>
        <p:spPr>
          <a:xfrm>
            <a:off x="6452313" y="4839310"/>
            <a:ext cx="457824" cy="6957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F646C1F-0B2C-6854-5F9E-AAA41EC48C41}"/>
              </a:ext>
            </a:extLst>
          </p:cNvPr>
          <p:cNvSpPr txBox="1"/>
          <p:nvPr/>
        </p:nvSpPr>
        <p:spPr>
          <a:xfrm>
            <a:off x="6992661" y="4698260"/>
            <a:ext cx="4006772" cy="369332"/>
          </a:xfrm>
          <a:prstGeom prst="rect">
            <a:avLst/>
          </a:prstGeom>
          <a:noFill/>
          <a:ln>
            <a:solidFill>
              <a:schemeClr val="tx1"/>
            </a:solidFill>
          </a:ln>
        </p:spPr>
        <p:txBody>
          <a:bodyPr wrap="square" rtlCol="0">
            <a:spAutoFit/>
          </a:bodyPr>
          <a:lstStyle/>
          <a:p>
            <a:r>
              <a:rPr lang="en-US" dirty="0"/>
              <a:t>U ~ U[0,1] : Introduces randomness</a:t>
            </a:r>
          </a:p>
        </p:txBody>
      </p:sp>
      <p:cxnSp>
        <p:nvCxnSpPr>
          <p:cNvPr id="21" name="Connector: Elbow 20">
            <a:extLst>
              <a:ext uri="{FF2B5EF4-FFF2-40B4-BE49-F238E27FC236}">
                <a16:creationId xmlns:a16="http://schemas.microsoft.com/office/drawing/2014/main" id="{ADBD1207-6611-FA92-A1A9-2824FB1FEFF3}"/>
              </a:ext>
            </a:extLst>
          </p:cNvPr>
          <p:cNvCxnSpPr>
            <a:cxnSpLocks/>
          </p:cNvCxnSpPr>
          <p:nvPr/>
        </p:nvCxnSpPr>
        <p:spPr>
          <a:xfrm>
            <a:off x="4259182" y="5008994"/>
            <a:ext cx="701839" cy="485427"/>
          </a:xfrm>
          <a:prstGeom prst="bentConnector3">
            <a:avLst>
              <a:gd name="adj1" fmla="val 286"/>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C30415B-D8EE-2AF6-F5D8-9B24E4EF9F59}"/>
                  </a:ext>
                </a:extLst>
              </p:cNvPr>
              <p:cNvSpPr txBox="1"/>
              <p:nvPr/>
            </p:nvSpPr>
            <p:spPr>
              <a:xfrm>
                <a:off x="4961021" y="5273878"/>
                <a:ext cx="7142746" cy="369332"/>
              </a:xfrm>
              <a:prstGeom prst="rect">
                <a:avLst/>
              </a:prstGeom>
              <a:noFill/>
              <a:ln>
                <a:solidFill>
                  <a:schemeClr val="tx1"/>
                </a:solidFill>
              </a:ln>
            </p:spPr>
            <p:txBody>
              <a:bodyPr wrap="square" rtlCol="0">
                <a:spAutoFit/>
              </a:bodyPr>
              <a:lstStyle/>
              <a:p>
                <a:r>
                  <a:rPr lang="en-US" dirty="0"/>
                  <a:t>Exp(</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m:t>
                        </m:r>
                        <m:r>
                          <a:rPr lang="en-US" i="1">
                            <a:latin typeface="Cambria Math" panose="02040503050406030204" pitchFamily="18" charset="0"/>
                          </a:rPr>
                          <m:t>𝑛</m:t>
                        </m:r>
                      </m:fNa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𝑏𝑟𝑜𝑤𝑛𝑖𝑎𝑛</m:t>
                            </m:r>
                          </m:sub>
                        </m:sSub>
                      </m:e>
                    </m:func>
                  </m:oMath>
                </a14:m>
                <a:r>
                  <a:rPr lang="en-US" dirty="0"/>
                  <a:t> ) would give us the minimum price between 2-time stamps</a:t>
                </a:r>
              </a:p>
            </p:txBody>
          </p:sp>
        </mc:Choice>
        <mc:Fallback xmlns="">
          <p:sp>
            <p:nvSpPr>
              <p:cNvPr id="28" name="TextBox 27">
                <a:extLst>
                  <a:ext uri="{FF2B5EF4-FFF2-40B4-BE49-F238E27FC236}">
                    <a16:creationId xmlns:a16="http://schemas.microsoft.com/office/drawing/2014/main" id="{9C30415B-D8EE-2AF6-F5D8-9B24E4EF9F59}"/>
                  </a:ext>
                </a:extLst>
              </p:cNvPr>
              <p:cNvSpPr txBox="1">
                <a:spLocks noRot="1" noChangeAspect="1" noMove="1" noResize="1" noEditPoints="1" noAdjustHandles="1" noChangeArrowheads="1" noChangeShapeType="1" noTextEdit="1"/>
              </p:cNvSpPr>
              <p:nvPr/>
            </p:nvSpPr>
            <p:spPr>
              <a:xfrm>
                <a:off x="4961021" y="5273878"/>
                <a:ext cx="7142746" cy="369332"/>
              </a:xfrm>
              <a:prstGeom prst="rect">
                <a:avLst/>
              </a:prstGeom>
              <a:blipFill>
                <a:blip r:embed="rId5"/>
                <a:stretch>
                  <a:fillRect l="-681" t="-6349" b="-22222"/>
                </a:stretch>
              </a:blipFill>
              <a:ln>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F3754A71-9ABA-C3BD-D548-39281264892A}"/>
              </a:ext>
            </a:extLst>
          </p:cNvPr>
          <p:cNvCxnSpPr/>
          <p:nvPr/>
        </p:nvCxnSpPr>
        <p:spPr>
          <a:xfrm flipH="1">
            <a:off x="2171700" y="4908884"/>
            <a:ext cx="411702" cy="824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FFFB52-647F-FBBF-0F31-8F0514DB0C43}"/>
              </a:ext>
            </a:extLst>
          </p:cNvPr>
          <p:cNvSpPr txBox="1"/>
          <p:nvPr/>
        </p:nvSpPr>
        <p:spPr>
          <a:xfrm>
            <a:off x="1269507" y="5733339"/>
            <a:ext cx="2989675" cy="646331"/>
          </a:xfrm>
          <a:prstGeom prst="rect">
            <a:avLst/>
          </a:prstGeom>
          <a:noFill/>
          <a:ln>
            <a:solidFill>
              <a:schemeClr val="tx1"/>
            </a:solidFill>
          </a:ln>
        </p:spPr>
        <p:txBody>
          <a:bodyPr wrap="square" rtlCol="0">
            <a:spAutoFit/>
          </a:bodyPr>
          <a:lstStyle/>
          <a:p>
            <a:r>
              <a:rPr lang="en-US" dirty="0"/>
              <a:t>Midpoint term where the path roughly lies</a:t>
            </a:r>
          </a:p>
        </p:txBody>
      </p:sp>
      <p:cxnSp>
        <p:nvCxnSpPr>
          <p:cNvPr id="14" name="Straight Arrow Connector 13">
            <a:extLst>
              <a:ext uri="{FF2B5EF4-FFF2-40B4-BE49-F238E27FC236}">
                <a16:creationId xmlns:a16="http://schemas.microsoft.com/office/drawing/2014/main" id="{AF9C4F33-D6BD-40D3-6A32-706EFE7596D4}"/>
              </a:ext>
            </a:extLst>
          </p:cNvPr>
          <p:cNvCxnSpPr>
            <a:cxnSpLocks/>
          </p:cNvCxnSpPr>
          <p:nvPr/>
        </p:nvCxnSpPr>
        <p:spPr>
          <a:xfrm>
            <a:off x="3690337" y="4951779"/>
            <a:ext cx="867319" cy="970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1FB0E71-E30F-7BD0-DEBC-4BCBB84805D9}"/>
              </a:ext>
            </a:extLst>
          </p:cNvPr>
          <p:cNvSpPr txBox="1"/>
          <p:nvPr/>
        </p:nvSpPr>
        <p:spPr>
          <a:xfrm>
            <a:off x="4421080" y="5929054"/>
            <a:ext cx="6921169" cy="369332"/>
          </a:xfrm>
          <a:prstGeom prst="rect">
            <a:avLst/>
          </a:prstGeom>
          <a:noFill/>
          <a:ln>
            <a:solidFill>
              <a:schemeClr val="tx1"/>
            </a:solidFill>
          </a:ln>
        </p:spPr>
        <p:txBody>
          <a:bodyPr wrap="square" rtlCol="0">
            <a:spAutoFit/>
          </a:bodyPr>
          <a:lstStyle/>
          <a:p>
            <a:r>
              <a:rPr lang="en-US" dirty="0"/>
              <a:t>Difference term larger distance between the end points higher variability </a:t>
            </a:r>
          </a:p>
        </p:txBody>
      </p:sp>
    </p:spTree>
    <p:extLst>
      <p:ext uri="{BB962C8B-B14F-4D97-AF65-F5344CB8AC3E}">
        <p14:creationId xmlns:p14="http://schemas.microsoft.com/office/powerpoint/2010/main" val="1977564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950F-A0F7-9F85-1A80-7DE88ACF1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16834-78B5-D77B-98FF-0C628BF8548E}"/>
              </a:ext>
            </a:extLst>
          </p:cNvPr>
          <p:cNvSpPr>
            <a:spLocks noGrp="1"/>
          </p:cNvSpPr>
          <p:nvPr>
            <p:ph type="title"/>
          </p:nvPr>
        </p:nvSpPr>
        <p:spPr>
          <a:xfrm>
            <a:off x="-1" y="0"/>
            <a:ext cx="12192001" cy="692727"/>
          </a:xfrm>
        </p:spPr>
        <p:txBody>
          <a:bodyPr>
            <a:normAutofit/>
          </a:bodyPr>
          <a:lstStyle/>
          <a:p>
            <a:pPr algn="ctr"/>
            <a:r>
              <a:rPr lang="en-US" sz="2900" dirty="0"/>
              <a:t>Average Payout computation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8A88C8-D6F5-63B1-905E-304E9A2835B0}"/>
                  </a:ext>
                </a:extLst>
              </p:cNvPr>
              <p:cNvSpPr>
                <a:spLocks noGrp="1"/>
              </p:cNvSpPr>
              <p:nvPr>
                <p:ph idx="1"/>
              </p:nvPr>
            </p:nvSpPr>
            <p:spPr>
              <a:xfrm>
                <a:off x="-1" y="766126"/>
                <a:ext cx="12192000" cy="2322082"/>
              </a:xfrm>
            </p:spPr>
            <p:txBody>
              <a:bodyPr>
                <a:noAutofit/>
              </a:bodyPr>
              <a:lstStyle/>
              <a:p>
                <a:r>
                  <a:rPr lang="en-US" sz="2200" dirty="0"/>
                  <a:t>Once we have our Z &amp; U generated, we would simulate the paths and minimum price between 2 time points from them respectively.</a:t>
                </a:r>
              </a:p>
              <a:p>
                <a:r>
                  <a:rPr lang="en-US" sz="2200" dirty="0"/>
                  <a:t>Steps to determine the payout for every simulation</a:t>
                </a:r>
              </a:p>
              <a:p>
                <a:pPr>
                  <a:buFont typeface="Wingdings" panose="05000000000000000000" pitchFamily="2" charset="2"/>
                  <a:buChar char="Ø"/>
                </a:pPr>
                <a:r>
                  <a:rPr lang="en-US" sz="2200" dirty="0"/>
                  <a:t>Check 1: We will check at each </a:t>
                </a:r>
                <a:r>
                  <a:rPr lang="en-US" sz="2200" dirty="0" err="1"/>
                  <a:t>autocall</a:t>
                </a:r>
                <a:r>
                  <a:rPr lang="en-US" sz="2200" dirty="0"/>
                  <a:t> checkpoint if the price exceeds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𝑆</m:t>
                        </m:r>
                      </m:e>
                      <m:sub>
                        <m:r>
                          <a:rPr lang="en-US" sz="2200" b="0" i="1" smtClean="0">
                            <a:latin typeface="Cambria Math" panose="02040503050406030204" pitchFamily="18" charset="0"/>
                          </a:rPr>
                          <m:t>0</m:t>
                        </m:r>
                      </m:sub>
                    </m:sSub>
                    <m:r>
                      <a:rPr lang="en-US" sz="2200" b="0" i="1" smtClean="0">
                        <a:latin typeface="Cambria Math" panose="02040503050406030204" pitchFamily="18" charset="0"/>
                      </a:rPr>
                      <m:t> </m:t>
                    </m:r>
                  </m:oMath>
                </a14:m>
                <a:r>
                  <a:rPr lang="en-US" sz="2200" dirty="0"/>
                  <a:t>(</a:t>
                </a:r>
                <a:r>
                  <a:rPr lang="en-US" sz="2200" dirty="0" err="1"/>
                  <a:t>autocall</a:t>
                </a:r>
                <a:r>
                  <a:rPr lang="en-US" sz="2200" dirty="0"/>
                  <a:t> threshold).</a:t>
                </a:r>
              </a:p>
              <a:p>
                <a:pPr marL="0" indent="0" algn="ctr">
                  <a:buNone/>
                </a:pPr>
                <a:r>
                  <a:rPr lang="en-US" sz="2200" b="1" dirty="0"/>
                  <a:t>Payout</a:t>
                </a:r>
                <a:r>
                  <a:rPr lang="en-US" sz="2200" dirty="0"/>
                  <a:t> = IV*exp(-r*</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𝑇</m:t>
                        </m:r>
                      </m:e>
                      <m:sub>
                        <m:r>
                          <a:rPr lang="en-US" sz="2200" b="0" i="1" smtClean="0">
                            <a:latin typeface="Cambria Math" panose="02040503050406030204" pitchFamily="18" charset="0"/>
                          </a:rPr>
                          <m:t>𝑎𝑢𝑡𝑜</m:t>
                        </m:r>
                      </m:sub>
                    </m:sSub>
                    <m:r>
                      <a:rPr lang="en-US" sz="2200" b="0" i="1" smtClean="0">
                        <a:latin typeface="Cambria Math" panose="02040503050406030204" pitchFamily="18" charset="0"/>
                      </a:rPr>
                      <m:t>)+</m:t>
                    </m:r>
                    <m:r>
                      <a:rPr lang="en-US" sz="2200" b="0" i="1" smtClean="0">
                        <a:latin typeface="Cambria Math" panose="02040503050406030204" pitchFamily="18" charset="0"/>
                      </a:rPr>
                      <m:t>𝐶𝑜𝑢𝑝𝑜𝑛𝑠</m:t>
                    </m:r>
                    <m:r>
                      <a:rPr lang="en-US" sz="2200" b="0" i="1" smtClean="0">
                        <a:latin typeface="Cambria Math" panose="02040503050406030204" pitchFamily="18" charset="0"/>
                      </a:rPr>
                      <m:t> </m:t>
                    </m:r>
                    <m:r>
                      <a:rPr lang="en-US" sz="2200" b="0" i="1" smtClean="0">
                        <a:latin typeface="Cambria Math" panose="02040503050406030204" pitchFamily="18" charset="0"/>
                      </a:rPr>
                      <m:t>𝑎𝑐𝑐𝑟𝑢𝑒𝑑</m:t>
                    </m:r>
                    <m:r>
                      <a:rPr lang="en-US" sz="2200" b="0" i="1" smtClean="0">
                        <a:latin typeface="Cambria Math" panose="02040503050406030204" pitchFamily="18" charset="0"/>
                      </a:rPr>
                      <m:t> </m:t>
                    </m:r>
                    <m:r>
                      <a:rPr lang="en-US" sz="2200" b="0" i="1" smtClean="0">
                        <a:latin typeface="Cambria Math" panose="02040503050406030204" pitchFamily="18" charset="0"/>
                      </a:rPr>
                      <m:t>𝑡𝑖𝑙𝑙</m:t>
                    </m:r>
                    <m:sSub>
                      <m:sSubPr>
                        <m:ctrlPr>
                          <a:rPr lang="en-US" sz="2200" i="1">
                            <a:latin typeface="Cambria Math" panose="02040503050406030204" pitchFamily="18" charset="0"/>
                          </a:rPr>
                        </m:ctrlPr>
                      </m:sSubPr>
                      <m:e>
                        <m:r>
                          <a:rPr lang="en-US" sz="2200" b="0" i="1" smtClean="0">
                            <a:latin typeface="Cambria Math" panose="02040503050406030204" pitchFamily="18" charset="0"/>
                          </a:rPr>
                          <m:t> </m:t>
                        </m:r>
                        <m:r>
                          <a:rPr lang="en-US" sz="2200" i="1">
                            <a:latin typeface="Cambria Math" panose="02040503050406030204" pitchFamily="18" charset="0"/>
                          </a:rPr>
                          <m:t>𝑇</m:t>
                        </m:r>
                      </m:e>
                      <m:sub>
                        <m:r>
                          <a:rPr lang="en-US" sz="2200" i="1">
                            <a:latin typeface="Cambria Math" panose="02040503050406030204" pitchFamily="18" charset="0"/>
                          </a:rPr>
                          <m:t>𝑎𝑢𝑡𝑜</m:t>
                        </m:r>
                      </m:sub>
                    </m:sSub>
                  </m:oMath>
                </a14:m>
                <a:endParaRPr lang="en-US" sz="2200" dirty="0"/>
              </a:p>
              <a:p>
                <a:pPr>
                  <a:buFont typeface="Wingdings" panose="05000000000000000000" pitchFamily="2" charset="2"/>
                  <a:buChar char="Ø"/>
                </a:pPr>
                <a:r>
                  <a:rPr lang="en-US" sz="2200" dirty="0"/>
                  <a:t>Check 2: After it we would check remaining simulations if at any time stamp | b/w time stamp the price goes below barrier (0.59*</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0</m:t>
                        </m:r>
                        <m:r>
                          <a:rPr lang="en-US" sz="2200" b="0" i="1" smtClean="0">
                            <a:latin typeface="Cambria Math" panose="02040503050406030204" pitchFamily="18" charset="0"/>
                          </a:rPr>
                          <m:t> </m:t>
                        </m:r>
                      </m:sub>
                    </m:sSub>
                    <m:r>
                      <a:rPr lang="en-US" sz="2200" i="1">
                        <a:latin typeface="Cambria Math" panose="02040503050406030204" pitchFamily="18" charset="0"/>
                      </a:rPr>
                      <m:t> </m:t>
                    </m:r>
                  </m:oMath>
                </a14:m>
                <a:r>
                  <a:rPr lang="en-US" sz="2200" dirty="0"/>
                  <a:t>in this case).</a:t>
                </a:r>
              </a:p>
              <a:p>
                <a:pPr marL="0" indent="0" algn="ctr">
                  <a:buNone/>
                </a:pPr>
                <a:r>
                  <a:rPr lang="en-US" sz="2200" b="1" dirty="0"/>
                  <a:t>Payout</a:t>
                </a:r>
                <a:r>
                  <a:rPr lang="en-US" sz="2200" dirty="0"/>
                  <a:t> = IV*exp(-r*</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b="0" i="1" smtClean="0">
                            <a:latin typeface="Cambria Math" panose="02040503050406030204" pitchFamily="18" charset="0"/>
                          </a:rPr>
                          <m:t>𝑁</m:t>
                        </m:r>
                      </m:sub>
                    </m:sSub>
                    <m:r>
                      <a:rPr lang="en-US" sz="2200" i="1">
                        <a:latin typeface="Cambria Math" panose="02040503050406030204" pitchFamily="18" charset="0"/>
                      </a:rPr>
                      <m:t>)</m:t>
                    </m:r>
                    <m:r>
                      <a:rPr lang="en-US" sz="2200" b="0" i="1" smtClean="0">
                        <a:latin typeface="Cambria Math" panose="02040503050406030204" pitchFamily="18" charset="0"/>
                      </a:rPr>
                      <m:t>∗</m:t>
                    </m:r>
                  </m:oMath>
                </a14:m>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panose="02040503050406030204" pitchFamily="18" charset="0"/>
                          </a:rPr>
                          <m:t>𝑆</m:t>
                        </m:r>
                      </m:e>
                      <m:sub>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𝑁</m:t>
                            </m:r>
                          </m:sub>
                        </m:sSub>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𝐶𝑜𝑢𝑝𝑜𝑛𝑠</m:t>
                        </m:r>
                      </m:e>
                      <m:sub>
                        <m:r>
                          <a:rPr lang="en-US" sz="2200" b="0" i="1" smtClean="0">
                            <a:latin typeface="Cambria Math" panose="02040503050406030204" pitchFamily="18" charset="0"/>
                          </a:rPr>
                          <m:t>𝑎𝑙𝑙</m:t>
                        </m:r>
                      </m:sub>
                    </m:sSub>
                  </m:oMath>
                </a14:m>
                <a:r>
                  <a:rPr lang="en-US" sz="2200" dirty="0"/>
                  <a:t> where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𝑁</m:t>
                            </m:r>
                          </m:sub>
                        </m:sSub>
                      </m:sub>
                    </m:sSub>
                  </m:oMath>
                </a14:m>
                <a:r>
                  <a:rPr lang="en-US" sz="2200" dirty="0"/>
                  <a:t>= </a:t>
                </a:r>
                <a14:m>
                  <m:oMath xmlns:m="http://schemas.openxmlformats.org/officeDocument/2006/math">
                    <m:r>
                      <a:rPr lang="en-US" sz="2200" b="0" i="0" smtClean="0">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𝑁</m:t>
                            </m:r>
                          </m:sub>
                        </m:sSub>
                      </m:sub>
                    </m:sSub>
                    <m:r>
                      <a:rPr lang="en-US" sz="2200" b="0" i="1" smtClean="0">
                        <a:latin typeface="Cambria Math" panose="02040503050406030204" pitchFamily="18" charset="0"/>
                      </a:rPr>
                      <m:t>,</m:t>
                    </m:r>
                  </m:oMath>
                </a14:m>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𝑁</m:t>
                            </m:r>
                          </m:sub>
                        </m:sSub>
                      </m:sub>
                    </m:sSub>
                    <m:r>
                      <a:rPr lang="en-US" sz="2200" b="0" i="1" smtClean="0">
                        <a:latin typeface="Cambria Math" panose="02040503050406030204" pitchFamily="18" charset="0"/>
                      </a:rPr>
                      <m:t>&lt;</m:t>
                    </m:r>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b="0" i="1" smtClean="0">
                            <a:latin typeface="Cambria Math" panose="02040503050406030204" pitchFamily="18" charset="0"/>
                          </a:rPr>
                          <m:t>0</m:t>
                        </m:r>
                      </m:sub>
                    </m:sSub>
                  </m:oMath>
                </a14:m>
                <a:endParaRPr lang="en-US" sz="2200" dirty="0"/>
              </a:p>
              <a:p>
                <a:pPr marL="0" indent="0" algn="ctr">
                  <a:buNone/>
                </a:pPr>
                <a:r>
                  <a:rPr lang="en-US" sz="2200" dirty="0"/>
                  <a:t>                                                                                         1, otherwise</a:t>
                </a:r>
              </a:p>
              <a:p>
                <a:pPr>
                  <a:buFont typeface="Wingdings" panose="05000000000000000000" pitchFamily="2" charset="2"/>
                  <a:buChar char="Ø"/>
                </a:pPr>
                <a:r>
                  <a:rPr lang="en-US" sz="2200" dirty="0"/>
                  <a:t>Check 3: If the simulation did not have an </a:t>
                </a:r>
                <a:r>
                  <a:rPr lang="en-US" sz="2200" dirty="0" err="1"/>
                  <a:t>autocall</a:t>
                </a:r>
                <a:r>
                  <a:rPr lang="en-US" sz="2200" dirty="0"/>
                  <a:t> reached or barrier breached.</a:t>
                </a:r>
              </a:p>
              <a:p>
                <a:pPr marL="0" indent="0" algn="ctr">
                  <a:buNone/>
                </a:pPr>
                <a:r>
                  <a:rPr lang="en-US" sz="2200" b="1" dirty="0"/>
                  <a:t>Payout</a:t>
                </a:r>
                <a:r>
                  <a:rPr lang="en-US" sz="2200" dirty="0"/>
                  <a:t> = IV*exp(-r*</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𝑇</m:t>
                        </m:r>
                      </m:e>
                      <m:sub>
                        <m:r>
                          <a:rPr lang="en-US" sz="2200" i="1">
                            <a:latin typeface="Cambria Math" panose="02040503050406030204" pitchFamily="18" charset="0"/>
                          </a:rPr>
                          <m:t>𝑁</m:t>
                        </m:r>
                      </m:sub>
                    </m:sSub>
                    <m:r>
                      <a:rPr lang="en-US" sz="2200" i="1">
                        <a:latin typeface="Cambria Math" panose="02040503050406030204" pitchFamily="18" charset="0"/>
                      </a:rPr>
                      <m:t>)</m:t>
                    </m:r>
                    <m:r>
                      <a:rPr lang="en-US" sz="2200" i="1" smtClean="0">
                        <a:latin typeface="Cambria Math" panose="02040503050406030204" pitchFamily="18" charset="0"/>
                      </a:rPr>
                      <m:t> </m:t>
                    </m:r>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𝐶𝑜𝑢𝑝𝑜𝑛𝑠</m:t>
                        </m:r>
                      </m:e>
                      <m:sub>
                        <m:r>
                          <a:rPr lang="en-US" sz="2200" i="1">
                            <a:latin typeface="Cambria Math" panose="02040503050406030204" pitchFamily="18" charset="0"/>
                          </a:rPr>
                          <m:t>𝑎𝑙𝑙</m:t>
                        </m:r>
                      </m:sub>
                    </m:sSub>
                  </m:oMath>
                </a14:m>
                <a:endParaRPr lang="en-US" sz="2200" dirty="0"/>
              </a:p>
            </p:txBody>
          </p:sp>
        </mc:Choice>
        <mc:Fallback xmlns="">
          <p:sp>
            <p:nvSpPr>
              <p:cNvPr id="3" name="Content Placeholder 2">
                <a:extLst>
                  <a:ext uri="{FF2B5EF4-FFF2-40B4-BE49-F238E27FC236}">
                    <a16:creationId xmlns:a16="http://schemas.microsoft.com/office/drawing/2014/main" id="{7E8A88C8-D6F5-63B1-905E-304E9A2835B0}"/>
                  </a:ext>
                </a:extLst>
              </p:cNvPr>
              <p:cNvSpPr>
                <a:spLocks noGrp="1" noRot="1" noChangeAspect="1" noMove="1" noResize="1" noEditPoints="1" noAdjustHandles="1" noChangeArrowheads="1" noChangeShapeType="1" noTextEdit="1"/>
              </p:cNvSpPr>
              <p:nvPr>
                <p:ph idx="1"/>
              </p:nvPr>
            </p:nvSpPr>
            <p:spPr>
              <a:xfrm>
                <a:off x="-1" y="766126"/>
                <a:ext cx="12192000" cy="2322082"/>
              </a:xfrm>
              <a:blipFill>
                <a:blip r:embed="rId2"/>
                <a:stretch>
                  <a:fillRect l="-1300" t="-2100" r="-1900" b="-141995"/>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9C35BE0E-3CD6-5FA8-6AFB-57D583D69085}"/>
              </a:ext>
            </a:extLst>
          </p:cNvPr>
          <p:cNvSpPr/>
          <p:nvPr/>
        </p:nvSpPr>
        <p:spPr>
          <a:xfrm>
            <a:off x="8512234" y="4284532"/>
            <a:ext cx="216130" cy="914400"/>
          </a:xfrm>
          <a:prstGeom prst="leftBrace">
            <a:avLst>
              <a:gd name="adj1" fmla="val 8333"/>
              <a:gd name="adj2" fmla="val 19558"/>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30C40676-7E42-FAF2-691E-F5616AB85A10}"/>
              </a:ext>
            </a:extLst>
          </p:cNvPr>
          <p:cNvSpPr/>
          <p:nvPr/>
        </p:nvSpPr>
        <p:spPr>
          <a:xfrm>
            <a:off x="2712718" y="2734209"/>
            <a:ext cx="6766559" cy="5874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E32C7A3-0235-668A-0116-483E4BE4E95B}"/>
              </a:ext>
            </a:extLst>
          </p:cNvPr>
          <p:cNvSpPr/>
          <p:nvPr/>
        </p:nvSpPr>
        <p:spPr>
          <a:xfrm>
            <a:off x="1645920" y="4186843"/>
            <a:ext cx="9155084" cy="110977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F81D995-ABA7-1470-BAC3-37D049C703DB}"/>
              </a:ext>
            </a:extLst>
          </p:cNvPr>
          <p:cNvSpPr/>
          <p:nvPr/>
        </p:nvSpPr>
        <p:spPr>
          <a:xfrm>
            <a:off x="3801686" y="5763491"/>
            <a:ext cx="4588625" cy="5514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0797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A9497-421B-658B-0627-556E6E6EDA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C1B11A-BD5A-6C5D-C0D2-8019A972EEB3}"/>
                  </a:ext>
                </a:extLst>
              </p:cNvPr>
              <p:cNvSpPr txBox="1"/>
              <p:nvPr/>
            </p:nvSpPr>
            <p:spPr>
              <a:xfrm>
                <a:off x="178349" y="551409"/>
                <a:ext cx="4267525" cy="640080"/>
              </a:xfrm>
              <a:prstGeom prst="rect">
                <a:avLst/>
              </a:prstGeom>
              <a:noFill/>
              <a:ln>
                <a:solidFill>
                  <a:schemeClr val="tx1"/>
                </a:solidFill>
              </a:ln>
            </p:spPr>
            <p:txBody>
              <a:bodyPr wrap="square" lIns="0" tIns="0" rIns="0" bIns="0" rtlCol="0">
                <a:spAutoFit/>
              </a:bodyPr>
              <a:lstStyle/>
              <a:p>
                <a:r>
                  <a:rPr lang="en-US" sz="2400" dirty="0"/>
                  <a:t> E[Payout] </a:t>
                </a:r>
                <a14:m>
                  <m:oMath xmlns:m="http://schemas.openxmlformats.org/officeDocument/2006/math">
                    <m:r>
                      <a:rPr lang="en-US" sz="2400" b="0" i="1" smtClean="0">
                        <a:latin typeface="Cambria Math" panose="02040503050406030204" pitchFamily="18" charset="0"/>
                      </a:rPr>
                      <m:t>≈</m:t>
                    </m:r>
                  </m:oMath>
                </a14:m>
                <a:r>
                  <a:rPr lang="en-US" sz="2400" dirty="0"/>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oMath>
                </a14:m>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den>
                    </m:f>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𝑁</m:t>
                        </m:r>
                      </m:sup>
                      <m:e>
                        <m:sSub>
                          <m:sSubPr>
                            <m:ctrlPr>
                              <a:rPr lang="en-US" sz="2400" b="0" i="1" smtClean="0">
                                <a:latin typeface="Cambria Math" panose="02040503050406030204" pitchFamily="18" charset="0"/>
                              </a:rPr>
                            </m:ctrlPr>
                          </m:sSubPr>
                          <m:e>
                            <m:r>
                              <a:rPr lang="en-US" sz="2400" i="1">
                                <a:latin typeface="Cambria Math" panose="02040503050406030204" pitchFamily="18" charset="0"/>
                              </a:rPr>
                              <m:t>𝑃𝑎𝑦𝑜𝑢𝑡</m:t>
                            </m:r>
                          </m:e>
                          <m:sub>
                            <m:r>
                              <a:rPr lang="en-US" sz="2400" b="0" i="1" smtClean="0">
                                <a:latin typeface="Cambria Math" panose="02040503050406030204" pitchFamily="18" charset="0"/>
                              </a:rPr>
                              <m:t>𝑖</m:t>
                            </m:r>
                          </m:sub>
                        </m:sSub>
                      </m:e>
                    </m:nary>
                  </m:oMath>
                </a14:m>
                <a:endParaRPr lang="en-US" sz="2400" dirty="0"/>
              </a:p>
            </p:txBody>
          </p:sp>
        </mc:Choice>
        <mc:Fallback xmlns="">
          <p:sp>
            <p:nvSpPr>
              <p:cNvPr id="10" name="TextBox 9">
                <a:extLst>
                  <a:ext uri="{FF2B5EF4-FFF2-40B4-BE49-F238E27FC236}">
                    <a16:creationId xmlns:a16="http://schemas.microsoft.com/office/drawing/2014/main" id="{78C1B11A-BD5A-6C5D-C0D2-8019A972EEB3}"/>
                  </a:ext>
                </a:extLst>
              </p:cNvPr>
              <p:cNvSpPr txBox="1">
                <a:spLocks noRot="1" noChangeAspect="1" noMove="1" noResize="1" noEditPoints="1" noAdjustHandles="1" noChangeArrowheads="1" noChangeShapeType="1" noTextEdit="1"/>
              </p:cNvSpPr>
              <p:nvPr/>
            </p:nvSpPr>
            <p:spPr>
              <a:xfrm>
                <a:off x="178349" y="551409"/>
                <a:ext cx="4267525" cy="640080"/>
              </a:xfrm>
              <a:prstGeom prst="rect">
                <a:avLst/>
              </a:prstGeom>
              <a:blipFill>
                <a:blip r:embed="rId2"/>
                <a:stretch>
                  <a:fillRect l="-2137" t="-935"/>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D7886B-13FC-BDCE-E66E-D6EB5F43BD20}"/>
                  </a:ext>
                </a:extLst>
              </p:cNvPr>
              <p:cNvSpPr txBox="1"/>
              <p:nvPr/>
            </p:nvSpPr>
            <p:spPr>
              <a:xfrm>
                <a:off x="188422" y="1523998"/>
                <a:ext cx="3961153" cy="640080"/>
              </a:xfrm>
              <a:prstGeom prst="rect">
                <a:avLst/>
              </a:prstGeom>
              <a:noFill/>
              <a:ln>
                <a:solidFill>
                  <a:schemeClr val="tx1"/>
                </a:solidFill>
              </a:ln>
            </p:spPr>
            <p:txBody>
              <a:bodyPr wrap="square" lIns="0" tIns="0" rIns="0" bIns="0" rtlCol="0">
                <a:spAutoFit/>
              </a:bodyPr>
              <a:lstStyle/>
              <a:p>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 </m:t>
                        </m:r>
                        <m:r>
                          <a:rPr lang="en-US" sz="2400" b="0" i="1" smtClean="0">
                            <a:latin typeface="Cambria Math" panose="02040503050406030204" pitchFamily="18" charset="0"/>
                          </a:rPr>
                          <m:t>𝑆</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r>
                          <a:rPr lang="en-US" sz="2400" b="0" i="1" smtClean="0">
                            <a:latin typeface="Cambria Math" panose="02040503050406030204" pitchFamily="18" charset="0"/>
                          </a:rPr>
                          <m:t>−1</m:t>
                        </m:r>
                      </m:den>
                    </m:f>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𝑁</m:t>
                        </m:r>
                      </m:sup>
                      <m:e>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rPr>
                                  <m:t>𝑃𝑎𝑦𝑜𝑢𝑡</m:t>
                                </m:r>
                              </m:e>
                              <m:sub>
                                <m:r>
                                  <a:rPr lang="en-US" sz="2400" i="1">
                                    <a:latin typeface="Cambria Math" panose="02040503050406030204" pitchFamily="18" charset="0"/>
                                  </a:rPr>
                                  <m:t>𝑖</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r>
                              <a:rPr lang="en-US" sz="2400" i="1">
                                <a:latin typeface="Cambria Math" panose="02040503050406030204" pitchFamily="18" charset="0"/>
                              </a:rPr>
                              <m:t>)</m:t>
                            </m:r>
                          </m:e>
                          <m:sup>
                            <m:r>
                              <a:rPr lang="en-US" sz="2400" i="1">
                                <a:latin typeface="Cambria Math" panose="02040503050406030204" pitchFamily="18" charset="0"/>
                              </a:rPr>
                              <m:t>2</m:t>
                            </m:r>
                          </m:sup>
                        </m:sSup>
                      </m:e>
                    </m:nary>
                  </m:oMath>
                </a14:m>
                <a:endParaRPr lang="en-US" sz="2400" dirty="0"/>
              </a:p>
            </p:txBody>
          </p:sp>
        </mc:Choice>
        <mc:Fallback xmlns="">
          <p:sp>
            <p:nvSpPr>
              <p:cNvPr id="11" name="TextBox 10">
                <a:extLst>
                  <a:ext uri="{FF2B5EF4-FFF2-40B4-BE49-F238E27FC236}">
                    <a16:creationId xmlns:a16="http://schemas.microsoft.com/office/drawing/2014/main" id="{20D7886B-13FC-BDCE-E66E-D6EB5F43BD20}"/>
                  </a:ext>
                </a:extLst>
              </p:cNvPr>
              <p:cNvSpPr txBox="1">
                <a:spLocks noRot="1" noChangeAspect="1" noMove="1" noResize="1" noEditPoints="1" noAdjustHandles="1" noChangeArrowheads="1" noChangeShapeType="1" noTextEdit="1"/>
              </p:cNvSpPr>
              <p:nvPr/>
            </p:nvSpPr>
            <p:spPr>
              <a:xfrm>
                <a:off x="188422" y="1523998"/>
                <a:ext cx="3961153" cy="640080"/>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5DF69A8-FC62-18CE-8ABA-5323A6A8A36B}"/>
                  </a:ext>
                </a:extLst>
              </p:cNvPr>
              <p:cNvSpPr txBox="1"/>
              <p:nvPr/>
            </p:nvSpPr>
            <p:spPr>
              <a:xfrm>
                <a:off x="237200" y="2435627"/>
                <a:ext cx="1331135" cy="640080"/>
              </a:xfrm>
              <a:prstGeom prst="rect">
                <a:avLst/>
              </a:prstGeom>
              <a:noFill/>
              <a:ln>
                <a:solidFill>
                  <a:schemeClr val="tx1"/>
                </a:solidFill>
              </a:ln>
            </p:spPr>
            <p:txBody>
              <a:bodyPr wrap="square" lIns="0" tIns="0" rIns="0" bIns="0" rtlCol="0">
                <a:spAutoFit/>
              </a:bodyPr>
              <a:lstStyle/>
              <a:p>
                <a:r>
                  <a:rPr lang="en-US" sz="2400" b="0" dirty="0"/>
                  <a:t> SE </a:t>
                </a:r>
                <a14:m>
                  <m:oMath xmlns:m="http://schemas.openxmlformats.org/officeDocument/2006/math">
                    <m:r>
                      <a:rPr lang="en-US" sz="2400" b="0" i="1" smtClean="0">
                        <a:latin typeface="Cambria Math" panose="02040503050406030204" pitchFamily="18" charset="0"/>
                      </a:rPr>
                      <m:t>=</m:t>
                    </m:r>
                  </m:oMath>
                </a14:m>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𝑆</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𝑁</m:t>
                            </m:r>
                          </m:e>
                        </m:rad>
                      </m:den>
                    </m:f>
                  </m:oMath>
                </a14:m>
                <a:endParaRPr lang="en-US" sz="2400" dirty="0"/>
              </a:p>
            </p:txBody>
          </p:sp>
        </mc:Choice>
        <mc:Fallback xmlns="">
          <p:sp>
            <p:nvSpPr>
              <p:cNvPr id="12" name="TextBox 11">
                <a:extLst>
                  <a:ext uri="{FF2B5EF4-FFF2-40B4-BE49-F238E27FC236}">
                    <a16:creationId xmlns:a16="http://schemas.microsoft.com/office/drawing/2014/main" id="{F5DF69A8-FC62-18CE-8ABA-5323A6A8A36B}"/>
                  </a:ext>
                </a:extLst>
              </p:cNvPr>
              <p:cNvSpPr txBox="1">
                <a:spLocks noRot="1" noChangeAspect="1" noMove="1" noResize="1" noEditPoints="1" noAdjustHandles="1" noChangeArrowheads="1" noChangeShapeType="1" noTextEdit="1"/>
              </p:cNvSpPr>
              <p:nvPr/>
            </p:nvSpPr>
            <p:spPr>
              <a:xfrm>
                <a:off x="237200" y="2435627"/>
                <a:ext cx="1331135" cy="640080"/>
              </a:xfrm>
              <a:prstGeom prst="rect">
                <a:avLst/>
              </a:prstGeom>
              <a:blipFill>
                <a:blip r:embed="rId4"/>
                <a:stretch>
                  <a:fillRect l="-7273" t="-1869"/>
                </a:stretch>
              </a:blipFill>
              <a:ln>
                <a:solidFill>
                  <a:schemeClr val="tx1"/>
                </a:solid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C1D163BE-13E1-D68B-DB62-2574CA91165F}"/>
              </a:ext>
            </a:extLst>
          </p:cNvPr>
          <p:cNvCxnSpPr>
            <a:cxnSpLocks/>
          </p:cNvCxnSpPr>
          <p:nvPr/>
        </p:nvCxnSpPr>
        <p:spPr>
          <a:xfrm flipV="1">
            <a:off x="4206240" y="1623753"/>
            <a:ext cx="1374371" cy="775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557A46A-D4CC-D4D0-AD96-E76A040BCC39}"/>
              </a:ext>
            </a:extLst>
          </p:cNvPr>
          <p:cNvSpPr txBox="1"/>
          <p:nvPr/>
        </p:nvSpPr>
        <p:spPr>
          <a:xfrm>
            <a:off x="5614910" y="1374371"/>
            <a:ext cx="5053090" cy="369332"/>
          </a:xfrm>
          <a:prstGeom prst="rect">
            <a:avLst/>
          </a:prstGeom>
          <a:noFill/>
          <a:ln>
            <a:solidFill>
              <a:schemeClr val="tx1"/>
            </a:solidFill>
          </a:ln>
        </p:spPr>
        <p:txBody>
          <a:bodyPr wrap="square" rtlCol="0">
            <a:spAutoFit/>
          </a:bodyPr>
          <a:lstStyle/>
          <a:p>
            <a:r>
              <a:rPr lang="en-US" dirty="0"/>
              <a:t>S = </a:t>
            </a:r>
            <a:r>
              <a:rPr lang="en-US" dirty="0" err="1"/>
              <a:t>np.std</a:t>
            </a:r>
            <a:r>
              <a:rPr lang="en-US" dirty="0"/>
              <a:t>(</a:t>
            </a:r>
            <a:r>
              <a:rPr lang="en-US" dirty="0" err="1"/>
              <a:t>payout,ddof</a:t>
            </a:r>
            <a:r>
              <a:rPr lang="en-US" dirty="0"/>
              <a:t>=1) will give us the sample </a:t>
            </a:r>
            <a:r>
              <a:rPr lang="en-US" dirty="0" err="1"/>
              <a:t>sd</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3F01E90-39F5-FD29-A65B-1ED26299CD01}"/>
                  </a:ext>
                </a:extLst>
              </p:cNvPr>
              <p:cNvSpPr txBox="1"/>
              <p:nvPr/>
            </p:nvSpPr>
            <p:spPr>
              <a:xfrm>
                <a:off x="178350" y="4145280"/>
                <a:ext cx="11886188" cy="1331326"/>
              </a:xfrm>
              <a:prstGeom prst="rect">
                <a:avLst/>
              </a:prstGeom>
              <a:noFill/>
            </p:spPr>
            <p:txBody>
              <a:bodyPr wrap="square" rtlCol="0">
                <a:spAutoFit/>
              </a:bodyPr>
              <a:lstStyle/>
              <a:p>
                <a:r>
                  <a:rPr lang="en-US" dirty="0"/>
                  <a:t>The ways we can reduce Var[payout] are:</a:t>
                </a:r>
              </a:p>
              <a:p>
                <a:pPr marL="342900" indent="-342900">
                  <a:buAutoNum type="arabicParenR"/>
                </a:pPr>
                <a:r>
                  <a:rPr lang="en-US" dirty="0"/>
                  <a:t>Increasing sample size. Viable up to a certain level as variance reduces by ~ O(</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𝑁</m:t>
                            </m:r>
                          </m:e>
                        </m:rad>
                      </m:den>
                    </m:f>
                  </m:oMath>
                </a14:m>
                <a:r>
                  <a:rPr lang="en-US" dirty="0"/>
                  <a:t>) while computation cost rises by ~ O(</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oMath>
                </a14:m>
                <a:endParaRPr lang="en-US" dirty="0"/>
              </a:p>
              <a:p>
                <a:pPr marL="342900" indent="-342900">
                  <a:buAutoNum type="arabicParenR"/>
                </a:pPr>
                <a:r>
                  <a:rPr lang="en-US" dirty="0"/>
                  <a:t>Having samples which have smaller spread, but bias is also kept low.</a:t>
                </a:r>
              </a:p>
              <a:p>
                <a:pPr marL="342900" indent="-342900">
                  <a:buAutoNum type="arabicParenR"/>
                </a:pPr>
                <a:endParaRPr lang="en-US" dirty="0"/>
              </a:p>
            </p:txBody>
          </p:sp>
        </mc:Choice>
        <mc:Fallback xmlns="">
          <p:sp>
            <p:nvSpPr>
              <p:cNvPr id="17" name="TextBox 16">
                <a:extLst>
                  <a:ext uri="{FF2B5EF4-FFF2-40B4-BE49-F238E27FC236}">
                    <a16:creationId xmlns:a16="http://schemas.microsoft.com/office/drawing/2014/main" id="{63F01E90-39F5-FD29-A65B-1ED26299CD01}"/>
                  </a:ext>
                </a:extLst>
              </p:cNvPr>
              <p:cNvSpPr txBox="1">
                <a:spLocks noRot="1" noChangeAspect="1" noMove="1" noResize="1" noEditPoints="1" noAdjustHandles="1" noChangeArrowheads="1" noChangeShapeType="1" noTextEdit="1"/>
              </p:cNvSpPr>
              <p:nvPr/>
            </p:nvSpPr>
            <p:spPr>
              <a:xfrm>
                <a:off x="178350" y="4145280"/>
                <a:ext cx="11886188" cy="1331326"/>
              </a:xfrm>
              <a:prstGeom prst="rect">
                <a:avLst/>
              </a:prstGeom>
              <a:blipFill>
                <a:blip r:embed="rId5"/>
                <a:stretch>
                  <a:fillRect l="-410" t="-2294"/>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52C8BDDD-EA6D-4BE8-F9E7-C32FC3C344BB}"/>
              </a:ext>
            </a:extLst>
          </p:cNvPr>
          <p:cNvCxnSpPr>
            <a:cxnSpLocks/>
          </p:cNvCxnSpPr>
          <p:nvPr/>
        </p:nvCxnSpPr>
        <p:spPr>
          <a:xfrm>
            <a:off x="5231476" y="5142807"/>
            <a:ext cx="1083426" cy="4849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F46F1E8-10D3-ED70-530E-51C481EE1FF8}"/>
              </a:ext>
            </a:extLst>
          </p:cNvPr>
          <p:cNvSpPr txBox="1"/>
          <p:nvPr/>
        </p:nvSpPr>
        <p:spPr>
          <a:xfrm>
            <a:off x="6349201" y="5378334"/>
            <a:ext cx="1703061" cy="369332"/>
          </a:xfrm>
          <a:prstGeom prst="rect">
            <a:avLst/>
          </a:prstGeom>
          <a:noFill/>
          <a:ln>
            <a:solidFill>
              <a:schemeClr val="tx1"/>
            </a:solidFill>
          </a:ln>
        </p:spPr>
        <p:txBody>
          <a:bodyPr wrap="square" rtlCol="0">
            <a:spAutoFit/>
          </a:bodyPr>
          <a:lstStyle/>
          <a:p>
            <a:r>
              <a:rPr lang="en-US" dirty="0"/>
              <a:t>Can work on this</a:t>
            </a:r>
          </a:p>
        </p:txBody>
      </p:sp>
    </p:spTree>
    <p:extLst>
      <p:ext uri="{BB962C8B-B14F-4D97-AF65-F5344CB8AC3E}">
        <p14:creationId xmlns:p14="http://schemas.microsoft.com/office/powerpoint/2010/main" val="2279997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7F245-6214-64D7-0D97-68B92E510C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71755C-8908-1AEB-CC5E-4E3E0D8E84CD}"/>
              </a:ext>
            </a:extLst>
          </p:cNvPr>
          <p:cNvSpPr txBox="1"/>
          <p:nvPr/>
        </p:nvSpPr>
        <p:spPr>
          <a:xfrm>
            <a:off x="308811" y="393032"/>
            <a:ext cx="1868905" cy="369332"/>
          </a:xfrm>
          <a:prstGeom prst="rect">
            <a:avLst/>
          </a:prstGeom>
          <a:noFill/>
        </p:spPr>
        <p:txBody>
          <a:bodyPr wrap="square" rtlCol="0">
            <a:spAutoFit/>
          </a:bodyPr>
          <a:lstStyle/>
          <a:p>
            <a:r>
              <a:rPr lang="en-US" dirty="0"/>
              <a:t>Antithetic Variates</a:t>
            </a:r>
          </a:p>
        </p:txBody>
      </p:sp>
      <p:sp>
        <p:nvSpPr>
          <p:cNvPr id="3" name="TextBox 2">
            <a:extLst>
              <a:ext uri="{FF2B5EF4-FFF2-40B4-BE49-F238E27FC236}">
                <a16:creationId xmlns:a16="http://schemas.microsoft.com/office/drawing/2014/main" id="{C7217942-157F-DCD6-64D9-19C386059503}"/>
              </a:ext>
            </a:extLst>
          </p:cNvPr>
          <p:cNvSpPr txBox="1"/>
          <p:nvPr/>
        </p:nvSpPr>
        <p:spPr>
          <a:xfrm>
            <a:off x="108284" y="1233414"/>
            <a:ext cx="11975432" cy="1754326"/>
          </a:xfrm>
          <a:prstGeom prst="rect">
            <a:avLst/>
          </a:prstGeom>
          <a:noFill/>
        </p:spPr>
        <p:txBody>
          <a:bodyPr wrap="square" rtlCol="0">
            <a:spAutoFit/>
          </a:bodyPr>
          <a:lstStyle/>
          <a:p>
            <a:pPr marL="285750" indent="-285750">
              <a:buFont typeface="Arial" panose="020B0604020202020204" pitchFamily="34" charset="0"/>
              <a:buChar char="•"/>
            </a:pPr>
            <a:r>
              <a:rPr lang="en-US" dirty="0"/>
              <a:t>Antithetic Variates is one of the simplest and most effective variance reduction techniques. It basically forces symmetry in randomness to cancel noise.</a:t>
            </a:r>
          </a:p>
          <a:p>
            <a:pPr marL="285750" indent="-285750">
              <a:buFont typeface="Arial" panose="020B0604020202020204" pitchFamily="34" charset="0"/>
              <a:buChar char="•"/>
            </a:pPr>
            <a:r>
              <a:rPr lang="en-US" dirty="0"/>
              <a:t>In this technique we use negatively correlated random variables of the current random variables.</a:t>
            </a:r>
          </a:p>
          <a:p>
            <a:pPr marL="285750" indent="-285750">
              <a:buFont typeface="Arial" panose="020B0604020202020204" pitchFamily="34" charset="0"/>
              <a:buChar char="•"/>
            </a:pPr>
            <a:r>
              <a:rPr lang="en-US" dirty="0"/>
              <a:t>Instead of simulating a Z or U with N simulations (Used in Vanilla Monte Carlo), we use N/2 simulations and simulate Z and U.</a:t>
            </a:r>
          </a:p>
          <a:p>
            <a:pPr marL="285750" indent="-285750">
              <a:buFont typeface="Arial" panose="020B0604020202020204" pitchFamily="34" charset="0"/>
              <a:buChar char="•"/>
            </a:pPr>
            <a:r>
              <a:rPr lang="en-US" dirty="0"/>
              <a:t>The combination of random variable gives N number of simulations and performance comparison of Antithetic Variates with Vanilla Monte Carlo becomes feasible.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1DBE97-C9F7-37EF-7CDB-A3C88CC44C7F}"/>
                  </a:ext>
                </a:extLst>
              </p:cNvPr>
              <p:cNvSpPr txBox="1"/>
              <p:nvPr/>
            </p:nvSpPr>
            <p:spPr>
              <a:xfrm>
                <a:off x="776873" y="3501190"/>
                <a:ext cx="3466264" cy="1499834"/>
              </a:xfrm>
              <a:prstGeom prst="rect">
                <a:avLst/>
              </a:prstGeom>
              <a:noFill/>
              <a:ln>
                <a:solidFill>
                  <a:schemeClr val="tx1"/>
                </a:solidFill>
              </a:ln>
            </p:spPr>
            <p:txBody>
              <a:bodyPr wrap="square" lIns="0" tIns="0" rIns="0" bIns="0"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𝑃𝑎𝑦𝑜𝑢𝑡</m:t>
                        </m:r>
                      </m:e>
                      <m:sub>
                        <m:r>
                          <a:rPr lang="en-US" b="0" i="1" smtClean="0">
                            <a:latin typeface="Cambria Math" panose="02040503050406030204" pitchFamily="18" charset="0"/>
                          </a:rPr>
                          <m:t>𝐴𝑉</m:t>
                        </m:r>
                      </m:sub>
                    </m:sSub>
                  </m:oMath>
                </a14:m>
                <a:r>
                  <a:rPr lang="en-US" dirty="0"/>
                  <a:t>=</a:t>
                </a:r>
                <a14:m>
                  <m:oMath xmlns:m="http://schemas.openxmlformats.org/officeDocument/2006/math">
                    <m:f>
                      <m:fPr>
                        <m:ctrlPr>
                          <a:rPr lang="en-US" i="1" dirty="0"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num>
                      <m:den>
                        <m:r>
                          <a:rPr lang="en-US" b="0" i="1" dirty="0" smtClean="0">
                            <a:latin typeface="Cambria Math" panose="02040503050406030204" pitchFamily="18" charset="0"/>
                          </a:rPr>
                          <m:t>2</m:t>
                        </m:r>
                      </m:den>
                    </m:f>
                  </m:oMath>
                </a14:m>
                <a:endParaRPr lang="en-US" dirty="0"/>
              </a:p>
              <a:p>
                <a:pPr algn="ctr"/>
                <a:endParaRPr lang="en-US" dirty="0"/>
              </a:p>
              <a:p>
                <a:pPr algn="ctr"/>
                <a:r>
                  <a:rPr lang="en-US" dirty="0"/>
                  <a:t>E[</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𝐴𝑉</m:t>
                        </m:r>
                      </m:sub>
                    </m:sSub>
                    <m:r>
                      <a:rPr lang="en-US" b="0" i="1" smtClean="0">
                        <a:latin typeface="Cambria Math" panose="02040503050406030204" pitchFamily="18" charset="0"/>
                      </a:rPr>
                      <m:t>]</m:t>
                    </m:r>
                    <m:r>
                      <m:rPr>
                        <m:nor/>
                      </m:rPr>
                      <a:rPr lang="en-US" b="0" i="0" smtClean="0">
                        <a:latin typeface="Cambria Math" panose="02040503050406030204" pitchFamily="18" charset="0"/>
                      </a:rPr>
                      <m:t> </m:t>
                    </m:r>
                    <m:r>
                      <m:rPr>
                        <m:nor/>
                      </m:rPr>
                      <a:rPr lang="en-US"/>
                      <m:t>≈</m:t>
                    </m:r>
                    <m:r>
                      <m:rPr>
                        <m:nor/>
                      </m:rPr>
                      <a:rPr lang="en-US" b="0" i="0" smtClean="0"/>
                      <m:t> </m:t>
                    </m:r>
                    <m:r>
                      <m:rPr>
                        <m:nor/>
                      </m:rPr>
                      <a:rPr lang="en-US" dirty="0"/>
                      <m:t>E</m:t>
                    </m:r>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b="0" i="1" smtClean="0">
                            <a:latin typeface="Cambria Math" panose="02040503050406030204" pitchFamily="18" charset="0"/>
                          </a:rPr>
                          <m:t>𝑉𝑀𝐶</m:t>
                        </m:r>
                      </m:sub>
                    </m:sSub>
                    <m:r>
                      <a:rPr lang="en-US" i="1">
                        <a:latin typeface="Cambria Math" panose="02040503050406030204" pitchFamily="18" charset="0"/>
                      </a:rPr>
                      <m:t>]</m:t>
                    </m:r>
                  </m:oMath>
                </a14:m>
                <a:endParaRPr lang="en-US" dirty="0"/>
              </a:p>
              <a:p>
                <a:pPr algn="ctr"/>
                <a:endParaRPr lang="en-US" dirty="0"/>
              </a:p>
              <a:p>
                <a:pPr algn="ctr"/>
                <a:r>
                  <a:rPr lang="en-US" dirty="0"/>
                  <a:t>V[</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𝐴𝑉</m:t>
                        </m:r>
                      </m:sub>
                    </m:sSub>
                    <m:r>
                      <a:rPr lang="en-US" b="0" i="1" smtClean="0">
                        <a:latin typeface="Cambria Math" panose="02040503050406030204" pitchFamily="18" charset="0"/>
                      </a:rPr>
                      <m:t>] </m:t>
                    </m:r>
                    <m:r>
                      <m:rPr>
                        <m:nor/>
                      </m:rPr>
                      <a:rPr lang="en-US" b="0" i="0" smtClean="0">
                        <a:latin typeface="Cambria Math" panose="02040503050406030204" pitchFamily="18" charset="0"/>
                      </a:rPr>
                      <m:t>&lt; </m:t>
                    </m:r>
                    <m:r>
                      <m:rPr>
                        <m:nor/>
                      </m:rPr>
                      <a:rPr lang="en-US" b="0" i="0" smtClean="0">
                        <a:latin typeface="Cambria Math" panose="02040503050406030204" pitchFamily="18" charset="0"/>
                      </a:rPr>
                      <m:t>V</m:t>
                    </m:r>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𝑉𝑀𝐶</m:t>
                        </m:r>
                      </m:sub>
                    </m:sSub>
                    <m:r>
                      <a:rPr lang="en-US" i="1">
                        <a:latin typeface="Cambria Math" panose="02040503050406030204" pitchFamily="18" charset="0"/>
                      </a:rPr>
                      <m:t>]</m:t>
                    </m:r>
                  </m:oMath>
                </a14:m>
                <a:endParaRPr lang="en-US" dirty="0"/>
              </a:p>
            </p:txBody>
          </p:sp>
        </mc:Choice>
        <mc:Fallback xmlns="">
          <p:sp>
            <p:nvSpPr>
              <p:cNvPr id="5" name="TextBox 4">
                <a:extLst>
                  <a:ext uri="{FF2B5EF4-FFF2-40B4-BE49-F238E27FC236}">
                    <a16:creationId xmlns:a16="http://schemas.microsoft.com/office/drawing/2014/main" id="{881DBE97-C9F7-37EF-7CDB-A3C88CC44C7F}"/>
                  </a:ext>
                </a:extLst>
              </p:cNvPr>
              <p:cNvSpPr txBox="1">
                <a:spLocks noRot="1" noChangeAspect="1" noMove="1" noResize="1" noEditPoints="1" noAdjustHandles="1" noChangeArrowheads="1" noChangeShapeType="1" noTextEdit="1"/>
              </p:cNvSpPr>
              <p:nvPr/>
            </p:nvSpPr>
            <p:spPr>
              <a:xfrm>
                <a:off x="776873" y="3501190"/>
                <a:ext cx="3466264" cy="1499834"/>
              </a:xfrm>
              <a:prstGeom prst="rect">
                <a:avLst/>
              </a:prstGeom>
              <a:blipFill>
                <a:blip r:embed="rId2"/>
                <a:stretch>
                  <a:fillRect t="-806" b="-8468"/>
                </a:stretch>
              </a:blipFill>
              <a:ln>
                <a:solidFill>
                  <a:schemeClr val="tx1"/>
                </a:solidFill>
              </a:ln>
            </p:spPr>
            <p:txBody>
              <a:bodyPr/>
              <a:lstStyle/>
              <a:p>
                <a:r>
                  <a:rPr lang="en-US">
                    <a:noFill/>
                  </a:rPr>
                  <a:t> </a:t>
                </a:r>
              </a:p>
            </p:txBody>
          </p:sp>
        </mc:Fallback>
      </mc:AlternateContent>
      <p:cxnSp>
        <p:nvCxnSpPr>
          <p:cNvPr id="7" name="Connector: Elbow 6">
            <a:extLst>
              <a:ext uri="{FF2B5EF4-FFF2-40B4-BE49-F238E27FC236}">
                <a16:creationId xmlns:a16="http://schemas.microsoft.com/office/drawing/2014/main" id="{780F67D0-B605-6CF6-46B9-088EC53AD050}"/>
              </a:ext>
            </a:extLst>
          </p:cNvPr>
          <p:cNvCxnSpPr>
            <a:cxnSpLocks/>
          </p:cNvCxnSpPr>
          <p:nvPr/>
        </p:nvCxnSpPr>
        <p:spPr>
          <a:xfrm rot="16200000" flipH="1">
            <a:off x="1234606" y="5194165"/>
            <a:ext cx="918514" cy="452020"/>
          </a:xfrm>
          <a:prstGeom prst="bentConnector3">
            <a:avLst>
              <a:gd name="adj1" fmla="val 99339"/>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1A8BC25-D093-0DD1-2E81-3327FF94A24E}"/>
                  </a:ext>
                </a:extLst>
              </p:cNvPr>
              <p:cNvSpPr txBox="1"/>
              <p:nvPr/>
            </p:nvSpPr>
            <p:spPr>
              <a:xfrm>
                <a:off x="1984041" y="5740932"/>
                <a:ext cx="5964822" cy="276999"/>
              </a:xfrm>
              <a:prstGeom prst="rect">
                <a:avLst/>
              </a:prstGeom>
              <a:noFill/>
              <a:ln>
                <a:solidFill>
                  <a:schemeClr val="tx1"/>
                </a:solidFill>
              </a:ln>
            </p:spPr>
            <p:txBody>
              <a:bodyPr wrap="square" lIns="0" tIns="0" rIns="0" bIns="0" rtlCol="0">
                <a:spAutoFit/>
              </a:bodyPr>
              <a:lstStyle/>
              <a:p>
                <a:pPr algn="ctr"/>
                <a:r>
                  <a:rPr lang="en-US" dirty="0"/>
                  <a:t>¼(V[</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r>
                      <a:rPr lang="en-US" b="0" i="1" smtClean="0">
                        <a:latin typeface="Cambria Math" panose="02040503050406030204" pitchFamily="18" charset="0"/>
                      </a:rPr>
                      <m:t>]+</m:t>
                    </m:r>
                  </m:oMath>
                </a14:m>
                <a:r>
                  <a:rPr lang="en-US" dirty="0"/>
                  <a:t> V[</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b="0" i="1" smtClean="0">
                            <a:latin typeface="Cambria Math" panose="02040503050406030204" pitchFamily="18" charset="0"/>
                          </a:rPr>
                          <m:t>−</m:t>
                        </m:r>
                      </m:sub>
                    </m:sSub>
                    <m:r>
                      <a:rPr lang="en-US" i="1">
                        <a:latin typeface="Cambria Math" panose="02040503050406030204" pitchFamily="18" charset="0"/>
                      </a:rPr>
                      <m:t>]</m:t>
                    </m:r>
                  </m:oMath>
                </a14:m>
                <a:r>
                  <a:rPr lang="en-US" dirty="0"/>
                  <a:t> + 2Cov(</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b="0" i="1" smtClean="0">
                            <a:latin typeface="Cambria Math" panose="02040503050406030204" pitchFamily="18" charset="0"/>
                          </a:rPr>
                          <m:t>−</m:t>
                        </m:r>
                      </m:sub>
                    </m:sSub>
                  </m:oMath>
                </a14:m>
                <a:r>
                  <a:rPr lang="en-US" dirty="0"/>
                  <a:t>))</a:t>
                </a:r>
              </a:p>
            </p:txBody>
          </p:sp>
        </mc:Choice>
        <mc:Fallback xmlns="">
          <p:sp>
            <p:nvSpPr>
              <p:cNvPr id="21" name="TextBox 20">
                <a:extLst>
                  <a:ext uri="{FF2B5EF4-FFF2-40B4-BE49-F238E27FC236}">
                    <a16:creationId xmlns:a16="http://schemas.microsoft.com/office/drawing/2014/main" id="{71A8BC25-D093-0DD1-2E81-3327FF94A24E}"/>
                  </a:ext>
                </a:extLst>
              </p:cNvPr>
              <p:cNvSpPr txBox="1">
                <a:spLocks noRot="1" noChangeAspect="1" noMove="1" noResize="1" noEditPoints="1" noAdjustHandles="1" noChangeArrowheads="1" noChangeShapeType="1" noTextEdit="1"/>
              </p:cNvSpPr>
              <p:nvPr/>
            </p:nvSpPr>
            <p:spPr>
              <a:xfrm>
                <a:off x="1984041" y="5740932"/>
                <a:ext cx="5964822" cy="276999"/>
              </a:xfrm>
              <a:prstGeom prst="rect">
                <a:avLst/>
              </a:prstGeom>
              <a:blipFill>
                <a:blip r:embed="rId3"/>
                <a:stretch>
                  <a:fillRect t="-25532" b="-46809"/>
                </a:stretch>
              </a:blipFill>
              <a:ln>
                <a:solidFill>
                  <a:schemeClr val="tx1"/>
                </a:solidFill>
              </a:ln>
            </p:spPr>
            <p:txBody>
              <a:bodyPr/>
              <a:lstStyle/>
              <a:p>
                <a:r>
                  <a:rPr lang="en-US">
                    <a:noFill/>
                  </a:rPr>
                  <a:t> </a:t>
                </a:r>
              </a:p>
            </p:txBody>
          </p:sp>
        </mc:Fallback>
      </mc:AlternateContent>
      <p:cxnSp>
        <p:nvCxnSpPr>
          <p:cNvPr id="24" name="Connector: Elbow 23">
            <a:extLst>
              <a:ext uri="{FF2B5EF4-FFF2-40B4-BE49-F238E27FC236}">
                <a16:creationId xmlns:a16="http://schemas.microsoft.com/office/drawing/2014/main" id="{39F3319F-CAA4-78AE-418E-B7EAFA4E3398}"/>
              </a:ext>
            </a:extLst>
          </p:cNvPr>
          <p:cNvCxnSpPr>
            <a:cxnSpLocks/>
          </p:cNvCxnSpPr>
          <p:nvPr/>
        </p:nvCxnSpPr>
        <p:spPr>
          <a:xfrm rot="5400000" flipH="1" flipV="1">
            <a:off x="5756057" y="5082289"/>
            <a:ext cx="936561" cy="489284"/>
          </a:xfrm>
          <a:prstGeom prst="bentConnector3">
            <a:avLst>
              <a:gd name="adj1" fmla="val 10010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9249782-5B7E-E267-F65C-511AED2437A4}"/>
              </a:ext>
            </a:extLst>
          </p:cNvPr>
          <p:cNvSpPr txBox="1"/>
          <p:nvPr/>
        </p:nvSpPr>
        <p:spPr>
          <a:xfrm>
            <a:off x="6509084" y="4634590"/>
            <a:ext cx="5630782" cy="553998"/>
          </a:xfrm>
          <a:prstGeom prst="rect">
            <a:avLst/>
          </a:prstGeom>
          <a:noFill/>
          <a:ln>
            <a:solidFill>
              <a:schemeClr val="tx1"/>
            </a:solidFill>
          </a:ln>
        </p:spPr>
        <p:txBody>
          <a:bodyPr wrap="square" lIns="0" tIns="0" rIns="0" bIns="0" rtlCol="0">
            <a:spAutoFit/>
          </a:bodyPr>
          <a:lstStyle/>
          <a:p>
            <a:pPr algn="ctr"/>
            <a:r>
              <a:rPr lang="en-US" dirty="0"/>
              <a:t>To produce a smallest possible variance, we need to have chosen random variable as negatively correlated as possible  </a:t>
            </a:r>
          </a:p>
        </p:txBody>
      </p:sp>
      <p:sp>
        <p:nvSpPr>
          <p:cNvPr id="36" name="TextBox 35">
            <a:extLst>
              <a:ext uri="{FF2B5EF4-FFF2-40B4-BE49-F238E27FC236}">
                <a16:creationId xmlns:a16="http://schemas.microsoft.com/office/drawing/2014/main" id="{031790CD-3F75-72AD-EA5C-AE187D0774A4}"/>
              </a:ext>
            </a:extLst>
          </p:cNvPr>
          <p:cNvSpPr txBox="1"/>
          <p:nvPr/>
        </p:nvSpPr>
        <p:spPr>
          <a:xfrm>
            <a:off x="776873" y="3011445"/>
            <a:ext cx="9662527" cy="276999"/>
          </a:xfrm>
          <a:prstGeom prst="rect">
            <a:avLst/>
          </a:prstGeom>
          <a:noFill/>
          <a:ln>
            <a:solidFill>
              <a:schemeClr val="tx1"/>
            </a:solidFill>
          </a:ln>
        </p:spPr>
        <p:txBody>
          <a:bodyPr wrap="square" lIns="0" tIns="0" rIns="0" bIns="0" rtlCol="0">
            <a:spAutoFit/>
          </a:bodyPr>
          <a:lstStyle/>
          <a:p>
            <a:pPr algn="ctr"/>
            <a:r>
              <a:rPr lang="en-US" dirty="0"/>
              <a:t>Given Z~N(0,1) then –Z~N(0,1) &amp; U~U[0,1] then (1-U)~U[0,1] </a:t>
            </a:r>
          </a:p>
        </p:txBody>
      </p:sp>
    </p:spTree>
    <p:extLst>
      <p:ext uri="{BB962C8B-B14F-4D97-AF65-F5344CB8AC3E}">
        <p14:creationId xmlns:p14="http://schemas.microsoft.com/office/powerpoint/2010/main" val="223936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F76A-633F-64FA-84C0-E80FE84F2E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E9283B-FC1E-C7F8-2E77-BE87D0051D09}"/>
              </a:ext>
            </a:extLst>
          </p:cNvPr>
          <p:cNvSpPr txBox="1"/>
          <p:nvPr/>
        </p:nvSpPr>
        <p:spPr>
          <a:xfrm>
            <a:off x="104279" y="1805732"/>
            <a:ext cx="5727032" cy="4247317"/>
          </a:xfrm>
          <a:prstGeom prst="rect">
            <a:avLst/>
          </a:prstGeom>
          <a:noFill/>
          <a:ln>
            <a:solidFill>
              <a:schemeClr val="tx1"/>
            </a:solidFill>
          </a:ln>
        </p:spPr>
        <p:txBody>
          <a:bodyPr wrap="square" rtlCol="0">
            <a:spAutoFit/>
          </a:bodyPr>
          <a:lstStyle/>
          <a:p>
            <a:r>
              <a:rPr lang="en-US" dirty="0"/>
              <a:t>Advantages (Other than Variance reduction):</a:t>
            </a:r>
          </a:p>
          <a:p>
            <a:pPr marL="342900" indent="-342900">
              <a:buAutoNum type="arabicParenR"/>
            </a:pPr>
            <a:r>
              <a:rPr lang="en-US" dirty="0"/>
              <a:t>The computational advantage provided by AV broadens as N increases.</a:t>
            </a:r>
          </a:p>
          <a:p>
            <a:pPr marL="342900" indent="-342900">
              <a:buAutoNum type="arabicParenR"/>
            </a:pPr>
            <a:r>
              <a:rPr lang="en-US" dirty="0"/>
              <a:t>Complexity almost like VMC just requires an arithmetic operation per sample.</a:t>
            </a:r>
          </a:p>
          <a:p>
            <a:pPr marL="342900" indent="-342900">
              <a:buAutoNum type="arabicParenR"/>
            </a:pPr>
            <a:endParaRPr lang="en-US" dirty="0"/>
          </a:p>
          <a:p>
            <a:r>
              <a:rPr lang="en-US" dirty="0"/>
              <a:t>Disadvantages</a:t>
            </a:r>
          </a:p>
          <a:p>
            <a:pPr marL="342900" indent="-342900">
              <a:buAutoNum type="arabicParenR"/>
            </a:pPr>
            <a:r>
              <a:rPr lang="en-US" dirty="0"/>
              <a:t>Lower N values generally are computationally expensive as the additional arithmetic operation requires time which may exceed the time to generate the additional N/2 simulations.</a:t>
            </a:r>
          </a:p>
          <a:p>
            <a:pPr marL="342900" indent="-342900">
              <a:buAutoNum type="arabicParenR"/>
            </a:pPr>
            <a:r>
              <a:rPr lang="en-US" dirty="0"/>
              <a:t>For multidimensional problems the symmetry effect dilutes.</a:t>
            </a:r>
          </a:p>
          <a:p>
            <a:pPr marL="342900" indent="-342900">
              <a:buAutoNum type="arabicParenR"/>
            </a:pPr>
            <a:r>
              <a:rPr lang="en-US" dirty="0"/>
              <a:t>Relies on Cov(f(Z),f(-Z)) having large negative magnitude which may not be considerably large in some cases.</a:t>
            </a:r>
          </a:p>
        </p:txBody>
      </p:sp>
      <p:sp>
        <p:nvSpPr>
          <p:cNvPr id="6" name="TextBox 5">
            <a:extLst>
              <a:ext uri="{FF2B5EF4-FFF2-40B4-BE49-F238E27FC236}">
                <a16:creationId xmlns:a16="http://schemas.microsoft.com/office/drawing/2014/main" id="{BD6C7A34-DA7C-F5A1-2543-CD09EE8E0B84}"/>
              </a:ext>
            </a:extLst>
          </p:cNvPr>
          <p:cNvSpPr txBox="1"/>
          <p:nvPr/>
        </p:nvSpPr>
        <p:spPr>
          <a:xfrm>
            <a:off x="5928574" y="1805732"/>
            <a:ext cx="6198260" cy="1754326"/>
          </a:xfrm>
          <a:prstGeom prst="rect">
            <a:avLst/>
          </a:prstGeom>
          <a:noFill/>
          <a:ln>
            <a:solidFill>
              <a:schemeClr val="tx1"/>
            </a:solidFill>
          </a:ln>
        </p:spPr>
        <p:txBody>
          <a:bodyPr wrap="square" rtlCol="0">
            <a:spAutoFit/>
          </a:bodyPr>
          <a:lstStyle/>
          <a:p>
            <a:pPr algn="ctr"/>
            <a:r>
              <a:rPr lang="en-US" dirty="0"/>
              <a:t>Furthermore, as the payout is completely different for near barrier or near </a:t>
            </a:r>
            <a:r>
              <a:rPr lang="en-US" dirty="0" err="1"/>
              <a:t>autocall</a:t>
            </a:r>
            <a:r>
              <a:rPr lang="en-US" dirty="0"/>
              <a:t> threshold point so the symmetry may not perfectly align in few cases which means that this use case may not be able to fully explore the benefits of Antithetic Variates as effectively in comparison to the financial products which have sort of linear or monotonous payouts like the European options </a:t>
            </a:r>
          </a:p>
        </p:txBody>
      </p:sp>
      <p:sp>
        <p:nvSpPr>
          <p:cNvPr id="7" name="TextBox 6">
            <a:extLst>
              <a:ext uri="{FF2B5EF4-FFF2-40B4-BE49-F238E27FC236}">
                <a16:creationId xmlns:a16="http://schemas.microsoft.com/office/drawing/2014/main" id="{3C422050-8F3A-2E2B-2ED3-77B147764BD1}"/>
              </a:ext>
            </a:extLst>
          </p:cNvPr>
          <p:cNvSpPr txBox="1"/>
          <p:nvPr/>
        </p:nvSpPr>
        <p:spPr>
          <a:xfrm>
            <a:off x="5928573" y="3714579"/>
            <a:ext cx="6198260" cy="923330"/>
          </a:xfrm>
          <a:prstGeom prst="rect">
            <a:avLst/>
          </a:prstGeom>
          <a:noFill/>
          <a:ln>
            <a:solidFill>
              <a:schemeClr val="tx1"/>
            </a:solidFill>
          </a:ln>
        </p:spPr>
        <p:txBody>
          <a:bodyPr wrap="square" rtlCol="0">
            <a:spAutoFit/>
          </a:bodyPr>
          <a:lstStyle/>
          <a:p>
            <a:pPr algn="ctr"/>
            <a:r>
              <a:rPr lang="en-US" dirty="0"/>
              <a:t>Given all the above discussion AV performs better almost every time when compared to VMC just the amount of performance increase may vary depending on the above stated factors.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041701B-91D7-A066-B309-A6D3EB18C3D8}"/>
                  </a:ext>
                </a:extLst>
              </p:cNvPr>
              <p:cNvSpPr txBox="1"/>
              <p:nvPr/>
            </p:nvSpPr>
            <p:spPr>
              <a:xfrm>
                <a:off x="78211" y="293261"/>
                <a:ext cx="5775158" cy="1354410"/>
              </a:xfrm>
              <a:prstGeom prst="rect">
                <a:avLst/>
              </a:prstGeom>
              <a:noFill/>
              <a:ln>
                <a:solidFill>
                  <a:schemeClr val="tx1"/>
                </a:solidFill>
              </a:ln>
            </p:spPr>
            <p:txBody>
              <a:bodyPr wrap="square" rtlCol="0">
                <a:spAutoFit/>
              </a:bodyPr>
              <a:lstStyle/>
              <a:p>
                <a:r>
                  <a:rPr lang="en-US" dirty="0"/>
                  <a:t>To determine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oMath>
                </a14:m>
                <a:endParaRPr lang="en-US" i="1" dirty="0">
                  <a:latin typeface="Cambria Math" panose="02040503050406030204" pitchFamily="18" charset="0"/>
                </a:endParaRPr>
              </a:p>
              <a:p>
                <a:endParaRPr lang="en-US" sz="800" i="1" dirty="0">
                  <a:latin typeface="Cambria Math" panose="02040503050406030204" pitchFamily="18" charset="0"/>
                </a:endParaRPr>
              </a:p>
              <a:p>
                <a:pPr algn="ct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−0.5∗</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e>
                            </m:d>
                            <m:r>
                              <a:rPr lang="en-US" i="1">
                                <a:latin typeface="Cambria Math" panose="02040503050406030204" pitchFamily="18" charset="0"/>
                                <a:ea typeface="Cambria Math" panose="02040503050406030204" pitchFamily="18" charset="0"/>
                              </a:rPr>
                              <m:t>𝑡</m:t>
                            </m:r>
                          </m:e>
                        </m:d>
                      </m:e>
                    </m:func>
                    <m:r>
                      <a:rPr lang="en-US">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func>
                      <m:funcPr>
                        <m:ctrlPr>
                          <a:rPr lang="en-US" b="0"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exp</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𝑡</m:t>
                                </m:r>
                              </m:e>
                            </m:ra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𝑍</m:t>
                            </m:r>
                          </m:e>
                        </m:d>
                      </m:e>
                    </m:func>
                  </m:oMath>
                </a14:m>
                <a:endParaRPr lang="en-US" dirty="0">
                  <a:ea typeface="Cambria Math" panose="02040503050406030204" pitchFamily="18" charset="0"/>
                </a:endParaRPr>
              </a:p>
              <a:p>
                <a:pPr algn="ctr"/>
                <a:endParaRPr lang="en-US" sz="500" dirty="0"/>
              </a:p>
              <a:p>
                <a:pPr algn="ctr"/>
                <a14:m>
                  <m:oMath xmlns:m="http://schemas.openxmlformats.org/officeDocument/2006/math">
                    <m:func>
                      <m:funcPr>
                        <m:ctrlPr>
                          <a:rPr lang="en-US" sz="1500" i="1">
                            <a:latin typeface="Cambria Math" panose="02040503050406030204" pitchFamily="18" charset="0"/>
                          </a:rPr>
                        </m:ctrlPr>
                      </m:funcPr>
                      <m:fName>
                        <m:r>
                          <m:rPr>
                            <m:sty m:val="p"/>
                          </m:rPr>
                          <a:rPr lang="en-US" sz="1500" i="1">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𝑏𝑟𝑜𝑤𝑛𝑖𝑎𝑛</m:t>
                            </m:r>
                          </m:sub>
                        </m:sSub>
                      </m:e>
                    </m:func>
                  </m:oMath>
                </a14:m>
                <a:r>
                  <a:rPr lang="en-US" sz="1500" i="1" dirty="0">
                    <a:latin typeface="Cambria Math" panose="02040503050406030204" pitchFamily="18" charset="0"/>
                  </a:rPr>
                  <a:t> = </a:t>
                </a:r>
                <a14:m>
                  <m:oMath xmlns:m="http://schemas.openxmlformats.org/officeDocument/2006/math">
                    <m:f>
                      <m:fPr>
                        <m:ctrlPr>
                          <a:rPr lang="en-US" sz="1500" i="1">
                            <a:latin typeface="Cambria Math" panose="02040503050406030204" pitchFamily="18" charset="0"/>
                          </a:rPr>
                        </m:ctrlPr>
                      </m:fPr>
                      <m:num>
                        <m:func>
                          <m:funcPr>
                            <m:ctrlPr>
                              <a:rPr lang="en-US" sz="1500" i="1">
                                <a:latin typeface="Cambria Math" panose="02040503050406030204" pitchFamily="18" charset="0"/>
                              </a:rPr>
                            </m:ctrlPr>
                          </m:funcPr>
                          <m:fName>
                            <m:r>
                              <m:rPr>
                                <m:sty m:val="p"/>
                              </m:rPr>
                              <a:rPr lang="en-US" sz="1500" i="1">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sub>
                            </m:sSub>
                            <m:r>
                              <a:rPr lang="en-US" sz="1500" i="1">
                                <a:latin typeface="Cambria Math" panose="02040503050406030204" pitchFamily="18" charset="0"/>
                              </a:rPr>
                              <m:t> </m:t>
                            </m:r>
                          </m:e>
                        </m:func>
                        <m:r>
                          <a:rPr lang="en-US" sz="1500" i="1">
                            <a:latin typeface="Cambria Math" panose="02040503050406030204" pitchFamily="18" charset="0"/>
                          </a:rPr>
                          <m:t>+</m:t>
                        </m:r>
                        <m:func>
                          <m:funcPr>
                            <m:ctrlPr>
                              <a:rPr lang="en-US" sz="1500" i="1">
                                <a:latin typeface="Cambria Math" panose="02040503050406030204" pitchFamily="18" charset="0"/>
                              </a:rPr>
                            </m:ctrlPr>
                          </m:funcPr>
                          <m:fName>
                            <m:r>
                              <m:rPr>
                                <m:sty m:val="p"/>
                              </m:rPr>
                              <a:rPr lang="en-US" sz="1500" i="1">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r>
                                  <a:rPr lang="en-US" sz="1500" i="1">
                                    <a:latin typeface="Cambria Math" panose="02040503050406030204" pitchFamily="18" charset="0"/>
                                  </a:rPr>
                                  <m:t>+1</m:t>
                                </m:r>
                              </m:sub>
                            </m:sSub>
                            <m:r>
                              <a:rPr lang="en-US" sz="1500" i="1">
                                <a:latin typeface="Cambria Math" panose="02040503050406030204" pitchFamily="18" charset="0"/>
                              </a:rPr>
                              <m:t> </m:t>
                            </m:r>
                          </m:e>
                        </m:func>
                      </m:num>
                      <m:den>
                        <m:r>
                          <a:rPr lang="en-US" sz="1500" i="1">
                            <a:latin typeface="Cambria Math" panose="02040503050406030204" pitchFamily="18" charset="0"/>
                          </a:rPr>
                          <m:t>2</m:t>
                        </m:r>
                      </m:den>
                    </m:f>
                  </m:oMath>
                </a14:m>
                <a:r>
                  <a:rPr lang="en-US" sz="1500" i="1" dirty="0">
                    <a:latin typeface="Cambria Math" panose="02040503050406030204" pitchFamily="18" charset="0"/>
                  </a:rPr>
                  <a:t> - </a:t>
                </a:r>
                <a14:m>
                  <m:oMath xmlns:m="http://schemas.openxmlformats.org/officeDocument/2006/math">
                    <m:rad>
                      <m:radPr>
                        <m:degHide m:val="on"/>
                        <m:ctrlPr>
                          <a:rPr lang="en-US" sz="1500" i="1">
                            <a:latin typeface="Cambria Math" panose="02040503050406030204" pitchFamily="18" charset="0"/>
                          </a:rPr>
                        </m:ctrlPr>
                      </m:radPr>
                      <m:deg/>
                      <m:e>
                        <m:sSup>
                          <m:sSupPr>
                            <m:ctrlPr>
                              <a:rPr lang="en-US" sz="1500" i="1">
                                <a:latin typeface="Cambria Math" panose="02040503050406030204" pitchFamily="18" charset="0"/>
                              </a:rPr>
                            </m:ctrlPr>
                          </m:sSupPr>
                          <m:e>
                            <m:r>
                              <a:rPr lang="en-US" sz="1500" i="1">
                                <a:latin typeface="Cambria Math" panose="02040503050406030204" pitchFamily="18" charset="0"/>
                              </a:rPr>
                              <m:t>(</m:t>
                            </m:r>
                            <m:f>
                              <m:fPr>
                                <m:ctrlPr>
                                  <a:rPr lang="en-US" sz="1500" i="1">
                                    <a:latin typeface="Cambria Math" panose="02040503050406030204" pitchFamily="18" charset="0"/>
                                  </a:rPr>
                                </m:ctrlPr>
                              </m:fPr>
                              <m:num>
                                <m:func>
                                  <m:funcPr>
                                    <m:ctrlPr>
                                      <a:rPr lang="en-US" sz="1500" i="1">
                                        <a:latin typeface="Cambria Math" panose="02040503050406030204" pitchFamily="18" charset="0"/>
                                      </a:rPr>
                                    </m:ctrlPr>
                                  </m:funcPr>
                                  <m:fName>
                                    <m:r>
                                      <m:rPr>
                                        <m:sty m:val="p"/>
                                      </m:rPr>
                                      <a:rPr lang="en-US" sz="1500" i="1">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sub>
                                    </m:sSub>
                                    <m:r>
                                      <a:rPr lang="en-US" sz="1500" i="1">
                                        <a:latin typeface="Cambria Math" panose="02040503050406030204" pitchFamily="18" charset="0"/>
                                      </a:rPr>
                                      <m:t> </m:t>
                                    </m:r>
                                  </m:e>
                                </m:func>
                                <m:r>
                                  <a:rPr lang="en-US" sz="1500" i="1">
                                    <a:latin typeface="Cambria Math" panose="02040503050406030204" pitchFamily="18" charset="0"/>
                                  </a:rPr>
                                  <m:t>−</m:t>
                                </m:r>
                                <m:func>
                                  <m:funcPr>
                                    <m:ctrlPr>
                                      <a:rPr lang="en-US" sz="1500" i="1">
                                        <a:latin typeface="Cambria Math" panose="02040503050406030204" pitchFamily="18" charset="0"/>
                                      </a:rPr>
                                    </m:ctrlPr>
                                  </m:funcPr>
                                  <m:fName>
                                    <m:r>
                                      <m:rPr>
                                        <m:sty m:val="p"/>
                                      </m:rPr>
                                      <a:rPr lang="en-US" sz="1500" i="1">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r>
                                          <a:rPr lang="en-US" sz="1500" i="1">
                                            <a:latin typeface="Cambria Math" panose="02040503050406030204" pitchFamily="18" charset="0"/>
                                          </a:rPr>
                                          <m:t>+1</m:t>
                                        </m:r>
                                      </m:sub>
                                    </m:sSub>
                                    <m:r>
                                      <a:rPr lang="en-US" sz="1500" i="1">
                                        <a:latin typeface="Cambria Math" panose="02040503050406030204" pitchFamily="18" charset="0"/>
                                      </a:rPr>
                                      <m:t> </m:t>
                                    </m:r>
                                  </m:e>
                                </m:func>
                              </m:num>
                              <m:den>
                                <m:r>
                                  <a:rPr lang="en-US" sz="1500" i="1">
                                    <a:latin typeface="Cambria Math" panose="02040503050406030204" pitchFamily="18" charset="0"/>
                                  </a:rPr>
                                  <m:t>2</m:t>
                                </m:r>
                              </m:den>
                            </m:f>
                            <m:r>
                              <a:rPr lang="en-US" sz="1500" i="1">
                                <a:latin typeface="Cambria Math" panose="02040503050406030204" pitchFamily="18" charset="0"/>
                              </a:rPr>
                              <m:t>)</m:t>
                            </m:r>
                          </m:e>
                          <m:sup>
                            <m:r>
                              <a:rPr lang="en-US" sz="1500" i="1">
                                <a:latin typeface="Cambria Math" panose="02040503050406030204" pitchFamily="18" charset="0"/>
                              </a:rPr>
                              <m:t>2</m:t>
                            </m:r>
                          </m:sup>
                        </m:sSup>
                        <m:r>
                          <a:rPr lang="en-US" sz="1500" i="1">
                            <a:latin typeface="Cambria Math" panose="02040503050406030204" pitchFamily="18" charset="0"/>
                          </a:rPr>
                          <m:t> −0.5∗</m:t>
                        </m:r>
                        <m:sSup>
                          <m:sSupPr>
                            <m:ctrlPr>
                              <a:rPr lang="en-US" sz="1500" i="1">
                                <a:latin typeface="Cambria Math" panose="02040503050406030204" pitchFamily="18" charset="0"/>
                              </a:rPr>
                            </m:ctrlPr>
                          </m:sSupPr>
                          <m:e>
                            <m:r>
                              <a:rPr lang="en-US" sz="1500" i="1">
                                <a:latin typeface="Cambria Math" panose="02040503050406030204" pitchFamily="18" charset="0"/>
                              </a:rPr>
                              <m:t>𝜎</m:t>
                            </m:r>
                          </m:e>
                          <m:sup>
                            <m:r>
                              <a:rPr lang="en-US" sz="1500" i="1">
                                <a:latin typeface="Cambria Math" panose="02040503050406030204" pitchFamily="18" charset="0"/>
                              </a:rPr>
                              <m:t>2</m:t>
                            </m:r>
                          </m:sup>
                        </m:sSup>
                        <m:r>
                          <a:rPr lang="en-US" sz="1500" i="1">
                            <a:latin typeface="Cambria Math" panose="02040503050406030204" pitchFamily="18" charset="0"/>
                          </a:rPr>
                          <m:t>∆</m:t>
                        </m:r>
                        <m:r>
                          <a:rPr lang="en-US" sz="1500" i="1">
                            <a:latin typeface="Cambria Math" panose="02040503050406030204" pitchFamily="18" charset="0"/>
                          </a:rPr>
                          <m:t>𝑡</m:t>
                        </m:r>
                        <m:r>
                          <a:rPr lang="en-US" sz="1500" i="1">
                            <a:latin typeface="Cambria Math" panose="02040503050406030204" pitchFamily="18" charset="0"/>
                          </a:rPr>
                          <m:t>∗</m:t>
                        </m:r>
                        <m:r>
                          <a:rPr lang="en-US" sz="1500" i="1">
                            <a:latin typeface="Cambria Math" panose="02040503050406030204" pitchFamily="18" charset="0"/>
                          </a:rPr>
                          <m:t>𝑙𝑛𝑈</m:t>
                        </m:r>
                      </m:e>
                    </m:rad>
                  </m:oMath>
                </a14:m>
                <a:r>
                  <a:rPr lang="en-US" sz="1500" i="1" dirty="0">
                    <a:latin typeface="Cambria Math" panose="02040503050406030204" pitchFamily="18" charset="0"/>
                  </a:rPr>
                  <a:t> </a:t>
                </a:r>
              </a:p>
            </p:txBody>
          </p:sp>
        </mc:Choice>
        <mc:Fallback xmlns="">
          <p:sp>
            <p:nvSpPr>
              <p:cNvPr id="2" name="TextBox 1">
                <a:extLst>
                  <a:ext uri="{FF2B5EF4-FFF2-40B4-BE49-F238E27FC236}">
                    <a16:creationId xmlns:a16="http://schemas.microsoft.com/office/drawing/2014/main" id="{C041701B-91D7-A066-B309-A6D3EB18C3D8}"/>
                  </a:ext>
                </a:extLst>
              </p:cNvPr>
              <p:cNvSpPr txBox="1">
                <a:spLocks noRot="1" noChangeAspect="1" noMove="1" noResize="1" noEditPoints="1" noAdjustHandles="1" noChangeArrowheads="1" noChangeShapeType="1" noTextEdit="1"/>
              </p:cNvSpPr>
              <p:nvPr/>
            </p:nvSpPr>
            <p:spPr>
              <a:xfrm>
                <a:off x="78211" y="293261"/>
                <a:ext cx="5775158" cy="1354410"/>
              </a:xfrm>
              <a:prstGeom prst="rect">
                <a:avLst/>
              </a:prstGeom>
              <a:blipFill>
                <a:blip r:embed="rId2"/>
                <a:stretch>
                  <a:fillRect l="-843" t="-1339"/>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3FA1FC-9D21-C6AE-7750-32D1A65CD317}"/>
                  </a:ext>
                </a:extLst>
              </p:cNvPr>
              <p:cNvSpPr txBox="1"/>
              <p:nvPr/>
            </p:nvSpPr>
            <p:spPr>
              <a:xfrm>
                <a:off x="5941606" y="293261"/>
                <a:ext cx="6224329" cy="1354410"/>
              </a:xfrm>
              <a:prstGeom prst="rect">
                <a:avLst/>
              </a:prstGeom>
              <a:noFill/>
              <a:ln>
                <a:solidFill>
                  <a:schemeClr val="tx1"/>
                </a:solidFill>
              </a:ln>
            </p:spPr>
            <p:txBody>
              <a:bodyPr wrap="square" rtlCol="0">
                <a:spAutoFit/>
              </a:bodyPr>
              <a:lstStyle/>
              <a:p>
                <a:r>
                  <a:rPr lang="en-US" dirty="0"/>
                  <a:t>To determine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𝑃𝑎𝑦𝑜𝑢𝑡</m:t>
                        </m:r>
                      </m:e>
                      <m:sub>
                        <m:r>
                          <a:rPr lang="en-US" i="1">
                            <a:latin typeface="Cambria Math" panose="02040503050406030204" pitchFamily="18" charset="0"/>
                          </a:rPr>
                          <m:t>−</m:t>
                        </m:r>
                      </m:sub>
                    </m:sSub>
                  </m:oMath>
                </a14:m>
                <a:r>
                  <a:rPr lang="en-US" dirty="0"/>
                  <a:t> </a:t>
                </a:r>
              </a:p>
              <a:p>
                <a:endParaRPr lang="en-US" sz="800" i="1" dirty="0">
                  <a:latin typeface="Cambria Math" panose="02040503050406030204" pitchFamily="18" charset="0"/>
                </a:endParaRPr>
              </a:p>
              <a:p>
                <a:pPr algn="ct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−0.5∗</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e>
                            </m:d>
                            <m:r>
                              <a:rPr lang="en-US" i="1">
                                <a:latin typeface="Cambria Math" panose="02040503050406030204" pitchFamily="18" charset="0"/>
                                <a:ea typeface="Cambria Math" panose="02040503050406030204" pitchFamily="18" charset="0"/>
                              </a:rPr>
                              <m:t>𝑡</m:t>
                            </m:r>
                          </m:e>
                        </m:d>
                      </m:e>
                    </m:func>
                    <m:r>
                      <a:rPr lang="en-US">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exp</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 ∗</m:t>
                    </m:r>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𝑡</m:t>
                        </m:r>
                      </m:e>
                    </m:rad>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oMath>
                </a14:m>
                <a:endParaRPr lang="en-US" dirty="0"/>
              </a:p>
              <a:p>
                <a:pPr algn="ctr"/>
                <a:endParaRPr lang="en-US" sz="500" dirty="0"/>
              </a:p>
              <a:p>
                <a:pPr algn="ctr"/>
                <a14:m>
                  <m:oMath xmlns:m="http://schemas.openxmlformats.org/officeDocument/2006/math">
                    <m:func>
                      <m:funcPr>
                        <m:ctrlPr>
                          <a:rPr lang="en-US" sz="1500" i="1">
                            <a:latin typeface="Cambria Math" panose="02040503050406030204" pitchFamily="18" charset="0"/>
                          </a:rPr>
                        </m:ctrlPr>
                      </m:funcPr>
                      <m:fName>
                        <m:r>
                          <m:rPr>
                            <m:sty m:val="p"/>
                          </m:rPr>
                          <a:rPr lang="en-US" sz="1500">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𝑏𝑟𝑜𝑤𝑛𝑖𝑎𝑛</m:t>
                            </m:r>
                          </m:sub>
                        </m:sSub>
                      </m:e>
                    </m:func>
                  </m:oMath>
                </a14:m>
                <a:r>
                  <a:rPr lang="en-US" sz="1500" dirty="0"/>
                  <a:t> = </a:t>
                </a:r>
                <a14:m>
                  <m:oMath xmlns:m="http://schemas.openxmlformats.org/officeDocument/2006/math">
                    <m:f>
                      <m:fPr>
                        <m:ctrlPr>
                          <a:rPr lang="en-US" sz="1500" i="1">
                            <a:latin typeface="Cambria Math" panose="02040503050406030204" pitchFamily="18" charset="0"/>
                          </a:rPr>
                        </m:ctrlPr>
                      </m:fPr>
                      <m:num>
                        <m:func>
                          <m:funcPr>
                            <m:ctrlPr>
                              <a:rPr lang="en-US" sz="1500" i="1">
                                <a:latin typeface="Cambria Math" panose="02040503050406030204" pitchFamily="18" charset="0"/>
                              </a:rPr>
                            </m:ctrlPr>
                          </m:funcPr>
                          <m:fName>
                            <m:r>
                              <m:rPr>
                                <m:sty m:val="p"/>
                              </m:rPr>
                              <a:rPr lang="en-US" sz="1500">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sub>
                            </m:sSub>
                            <m:r>
                              <a:rPr lang="en-US" sz="1500" i="1">
                                <a:latin typeface="Cambria Math" panose="02040503050406030204" pitchFamily="18" charset="0"/>
                              </a:rPr>
                              <m:t> </m:t>
                            </m:r>
                          </m:e>
                        </m:func>
                        <m:r>
                          <a:rPr lang="en-US" sz="1500" i="1">
                            <a:latin typeface="Cambria Math" panose="02040503050406030204" pitchFamily="18" charset="0"/>
                          </a:rPr>
                          <m:t>+</m:t>
                        </m:r>
                        <m:func>
                          <m:funcPr>
                            <m:ctrlPr>
                              <a:rPr lang="en-US" sz="1500" i="1">
                                <a:latin typeface="Cambria Math" panose="02040503050406030204" pitchFamily="18" charset="0"/>
                              </a:rPr>
                            </m:ctrlPr>
                          </m:funcPr>
                          <m:fName>
                            <m:r>
                              <m:rPr>
                                <m:sty m:val="p"/>
                              </m:rPr>
                              <a:rPr lang="en-US" sz="1500">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r>
                                  <a:rPr lang="en-US" sz="1500" i="1">
                                    <a:latin typeface="Cambria Math" panose="02040503050406030204" pitchFamily="18" charset="0"/>
                                  </a:rPr>
                                  <m:t>+1</m:t>
                                </m:r>
                              </m:sub>
                            </m:sSub>
                            <m:r>
                              <a:rPr lang="en-US" sz="1500" i="1">
                                <a:latin typeface="Cambria Math" panose="02040503050406030204" pitchFamily="18" charset="0"/>
                              </a:rPr>
                              <m:t> </m:t>
                            </m:r>
                          </m:e>
                        </m:func>
                      </m:num>
                      <m:den>
                        <m:r>
                          <a:rPr lang="en-US" sz="1500" i="1">
                            <a:latin typeface="Cambria Math" panose="02040503050406030204" pitchFamily="18" charset="0"/>
                          </a:rPr>
                          <m:t>2</m:t>
                        </m:r>
                      </m:den>
                    </m:f>
                  </m:oMath>
                </a14:m>
                <a:r>
                  <a:rPr lang="en-US" sz="1500" dirty="0"/>
                  <a:t> - </a:t>
                </a:r>
                <a14:m>
                  <m:oMath xmlns:m="http://schemas.openxmlformats.org/officeDocument/2006/math">
                    <m:rad>
                      <m:radPr>
                        <m:degHide m:val="on"/>
                        <m:ctrlPr>
                          <a:rPr lang="en-US" sz="1500" i="1">
                            <a:latin typeface="Cambria Math" panose="02040503050406030204" pitchFamily="18" charset="0"/>
                          </a:rPr>
                        </m:ctrlPr>
                      </m:radPr>
                      <m:deg/>
                      <m:e>
                        <m:sSup>
                          <m:sSupPr>
                            <m:ctrlPr>
                              <a:rPr lang="en-US" sz="1500" i="1">
                                <a:latin typeface="Cambria Math" panose="02040503050406030204" pitchFamily="18" charset="0"/>
                              </a:rPr>
                            </m:ctrlPr>
                          </m:sSupPr>
                          <m:e>
                            <m:r>
                              <a:rPr lang="en-US" sz="1500" i="1">
                                <a:latin typeface="Cambria Math" panose="02040503050406030204" pitchFamily="18" charset="0"/>
                              </a:rPr>
                              <m:t>(</m:t>
                            </m:r>
                            <m:f>
                              <m:fPr>
                                <m:ctrlPr>
                                  <a:rPr lang="en-US" sz="1500" i="1">
                                    <a:latin typeface="Cambria Math" panose="02040503050406030204" pitchFamily="18" charset="0"/>
                                  </a:rPr>
                                </m:ctrlPr>
                              </m:fPr>
                              <m:num>
                                <m:func>
                                  <m:funcPr>
                                    <m:ctrlPr>
                                      <a:rPr lang="en-US" sz="1500" i="1">
                                        <a:latin typeface="Cambria Math" panose="02040503050406030204" pitchFamily="18" charset="0"/>
                                      </a:rPr>
                                    </m:ctrlPr>
                                  </m:funcPr>
                                  <m:fName>
                                    <m:r>
                                      <m:rPr>
                                        <m:sty m:val="p"/>
                                      </m:rPr>
                                      <a:rPr lang="en-US" sz="1500">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sub>
                                    </m:sSub>
                                    <m:r>
                                      <a:rPr lang="en-US" sz="1500" i="1">
                                        <a:latin typeface="Cambria Math" panose="02040503050406030204" pitchFamily="18" charset="0"/>
                                      </a:rPr>
                                      <m:t> </m:t>
                                    </m:r>
                                  </m:e>
                                </m:func>
                                <m:r>
                                  <a:rPr lang="en-US" sz="1500" i="1">
                                    <a:latin typeface="Cambria Math" panose="02040503050406030204" pitchFamily="18" charset="0"/>
                                  </a:rPr>
                                  <m:t>−</m:t>
                                </m:r>
                                <m:func>
                                  <m:funcPr>
                                    <m:ctrlPr>
                                      <a:rPr lang="en-US" sz="1500" i="1">
                                        <a:latin typeface="Cambria Math" panose="02040503050406030204" pitchFamily="18" charset="0"/>
                                      </a:rPr>
                                    </m:ctrlPr>
                                  </m:funcPr>
                                  <m:fName>
                                    <m:r>
                                      <m:rPr>
                                        <m:sty m:val="p"/>
                                      </m:rPr>
                                      <a:rPr lang="en-US" sz="1500">
                                        <a:latin typeface="Cambria Math" panose="02040503050406030204" pitchFamily="18" charset="0"/>
                                      </a:rPr>
                                      <m:t>l</m:t>
                                    </m:r>
                                    <m:r>
                                      <a:rPr lang="en-US" sz="1500" i="1">
                                        <a:latin typeface="Cambria Math" panose="02040503050406030204" pitchFamily="18" charset="0"/>
                                      </a:rPr>
                                      <m:t>𝑛</m:t>
                                    </m:r>
                                  </m:fName>
                                  <m:e>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𝑖</m:t>
                                        </m:r>
                                        <m:r>
                                          <a:rPr lang="en-US" sz="1500" i="1">
                                            <a:latin typeface="Cambria Math" panose="02040503050406030204" pitchFamily="18" charset="0"/>
                                          </a:rPr>
                                          <m:t>+1</m:t>
                                        </m:r>
                                      </m:sub>
                                    </m:sSub>
                                    <m:r>
                                      <a:rPr lang="en-US" sz="1500" i="1">
                                        <a:latin typeface="Cambria Math" panose="02040503050406030204" pitchFamily="18" charset="0"/>
                                      </a:rPr>
                                      <m:t> </m:t>
                                    </m:r>
                                  </m:e>
                                </m:func>
                              </m:num>
                              <m:den>
                                <m:r>
                                  <a:rPr lang="en-US" sz="1500" i="1">
                                    <a:latin typeface="Cambria Math" panose="02040503050406030204" pitchFamily="18" charset="0"/>
                                  </a:rPr>
                                  <m:t>2</m:t>
                                </m:r>
                              </m:den>
                            </m:f>
                            <m:r>
                              <a:rPr lang="en-US" sz="1500" i="1">
                                <a:latin typeface="Cambria Math" panose="02040503050406030204" pitchFamily="18" charset="0"/>
                              </a:rPr>
                              <m:t>)</m:t>
                            </m:r>
                          </m:e>
                          <m:sup>
                            <m:r>
                              <a:rPr lang="en-US" sz="1500" i="1">
                                <a:latin typeface="Cambria Math" panose="02040503050406030204" pitchFamily="18" charset="0"/>
                              </a:rPr>
                              <m:t>2</m:t>
                            </m:r>
                          </m:sup>
                        </m:sSup>
                        <m:r>
                          <a:rPr lang="en-US" sz="1500" i="1">
                            <a:latin typeface="Cambria Math" panose="02040503050406030204" pitchFamily="18" charset="0"/>
                          </a:rPr>
                          <m:t> −0.5∗</m:t>
                        </m:r>
                        <m:sSup>
                          <m:sSupPr>
                            <m:ctrlPr>
                              <a:rPr lang="en-US" sz="1500" i="1">
                                <a:latin typeface="Cambria Math" panose="02040503050406030204" pitchFamily="18" charset="0"/>
                              </a:rPr>
                            </m:ctrlPr>
                          </m:sSupPr>
                          <m:e>
                            <m:r>
                              <a:rPr lang="en-US" sz="1500" i="1">
                                <a:latin typeface="Cambria Math" panose="02040503050406030204" pitchFamily="18" charset="0"/>
                              </a:rPr>
                              <m:t>𝜎</m:t>
                            </m:r>
                          </m:e>
                          <m:sup>
                            <m:r>
                              <a:rPr lang="en-US" sz="1500" i="1">
                                <a:latin typeface="Cambria Math" panose="02040503050406030204" pitchFamily="18" charset="0"/>
                              </a:rPr>
                              <m:t>2</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𝑡</m:t>
                        </m:r>
                        <m:r>
                          <a:rPr lang="en-US" sz="1500" i="1">
                            <a:latin typeface="Cambria Math" panose="02040503050406030204" pitchFamily="18" charset="0"/>
                            <a:ea typeface="Cambria Math" panose="02040503050406030204" pitchFamily="18" charset="0"/>
                          </a:rPr>
                          <m:t>∗</m:t>
                        </m:r>
                        <m:r>
                          <m:rPr>
                            <m:sty m:val="p"/>
                          </m:rPr>
                          <a:rPr lang="en-US" sz="1500">
                            <a:latin typeface="Cambria Math" panose="02040503050406030204" pitchFamily="18" charset="0"/>
                            <a:ea typeface="Cambria Math" panose="02040503050406030204" pitchFamily="18" charset="0"/>
                          </a:rPr>
                          <m:t>ln</m:t>
                        </m:r>
                        <m:r>
                          <a:rPr lang="en-US" sz="1500" i="1">
                            <a:latin typeface="Cambria Math" panose="02040503050406030204" pitchFamily="18" charset="0"/>
                            <a:ea typeface="Cambria Math" panose="02040503050406030204" pitchFamily="18" charset="0"/>
                          </a:rPr>
                          <m:t>⁡(1−</m:t>
                        </m:r>
                        <m:r>
                          <a:rPr lang="en-US" sz="1500" i="1">
                            <a:latin typeface="Cambria Math" panose="02040503050406030204" pitchFamily="18" charset="0"/>
                            <a:ea typeface="Cambria Math" panose="02040503050406030204" pitchFamily="18" charset="0"/>
                          </a:rPr>
                          <m:t>𝑈</m:t>
                        </m:r>
                        <m:r>
                          <a:rPr lang="en-US" sz="1500" i="1">
                            <a:latin typeface="Cambria Math" panose="02040503050406030204" pitchFamily="18" charset="0"/>
                            <a:ea typeface="Cambria Math" panose="02040503050406030204" pitchFamily="18" charset="0"/>
                          </a:rPr>
                          <m:t>)</m:t>
                        </m:r>
                      </m:e>
                    </m:rad>
                  </m:oMath>
                </a14:m>
                <a:endParaRPr lang="en-US" sz="1500" dirty="0"/>
              </a:p>
            </p:txBody>
          </p:sp>
        </mc:Choice>
        <mc:Fallback xmlns="">
          <p:sp>
            <p:nvSpPr>
              <p:cNvPr id="4" name="TextBox 3">
                <a:extLst>
                  <a:ext uri="{FF2B5EF4-FFF2-40B4-BE49-F238E27FC236}">
                    <a16:creationId xmlns:a16="http://schemas.microsoft.com/office/drawing/2014/main" id="{D23FA1FC-9D21-C6AE-7750-32D1A65CD317}"/>
                  </a:ext>
                </a:extLst>
              </p:cNvPr>
              <p:cNvSpPr txBox="1">
                <a:spLocks noRot="1" noChangeAspect="1" noMove="1" noResize="1" noEditPoints="1" noAdjustHandles="1" noChangeArrowheads="1" noChangeShapeType="1" noTextEdit="1"/>
              </p:cNvSpPr>
              <p:nvPr/>
            </p:nvSpPr>
            <p:spPr>
              <a:xfrm>
                <a:off x="5941606" y="293261"/>
                <a:ext cx="6224329" cy="1354410"/>
              </a:xfrm>
              <a:prstGeom prst="rect">
                <a:avLst/>
              </a:prstGeom>
              <a:blipFill>
                <a:blip r:embed="rId3"/>
                <a:stretch>
                  <a:fillRect l="-782" t="-1786"/>
                </a:stretch>
              </a:blipFill>
              <a:ln>
                <a:solidFill>
                  <a:schemeClr val="tx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E7406552-006A-B345-F843-13C0A293A366}"/>
              </a:ext>
            </a:extLst>
          </p:cNvPr>
          <p:cNvSpPr txBox="1"/>
          <p:nvPr/>
        </p:nvSpPr>
        <p:spPr>
          <a:xfrm>
            <a:off x="920422" y="402536"/>
            <a:ext cx="2466473" cy="369332"/>
          </a:xfrm>
          <a:prstGeom prst="rect">
            <a:avLst/>
          </a:prstGeom>
          <a:noFill/>
        </p:spPr>
        <p:txBody>
          <a:bodyPr wrap="square" rtlCol="0">
            <a:spAutoFit/>
          </a:bodyPr>
          <a:lstStyle/>
          <a:p>
            <a:r>
              <a:rPr lang="en-US" dirty="0"/>
              <a:t> </a:t>
            </a:r>
          </a:p>
        </p:txBody>
      </p:sp>
      <p:sp>
        <p:nvSpPr>
          <p:cNvPr id="13" name="TextBox 12">
            <a:extLst>
              <a:ext uri="{FF2B5EF4-FFF2-40B4-BE49-F238E27FC236}">
                <a16:creationId xmlns:a16="http://schemas.microsoft.com/office/drawing/2014/main" id="{9945E6E1-D06C-1044-E7DD-AFB653A0D2E1}"/>
              </a:ext>
            </a:extLst>
          </p:cNvPr>
          <p:cNvSpPr txBox="1"/>
          <p:nvPr/>
        </p:nvSpPr>
        <p:spPr>
          <a:xfrm>
            <a:off x="5928573" y="4838278"/>
            <a:ext cx="6198260" cy="1200329"/>
          </a:xfrm>
          <a:prstGeom prst="rect">
            <a:avLst/>
          </a:prstGeom>
          <a:noFill/>
          <a:ln>
            <a:solidFill>
              <a:schemeClr val="tx1"/>
            </a:solidFill>
          </a:ln>
        </p:spPr>
        <p:txBody>
          <a:bodyPr wrap="square" rtlCol="0">
            <a:spAutoFit/>
          </a:bodyPr>
          <a:lstStyle/>
          <a:p>
            <a:r>
              <a:rPr lang="en-US" dirty="0"/>
              <a:t>Although AV gives variance reduction when compared to VMC but the benefit is limited and very often not enough to be considered as a technique which would have considerably large advantage over VMC (in this case) .</a:t>
            </a:r>
          </a:p>
        </p:txBody>
      </p:sp>
    </p:spTree>
    <p:extLst>
      <p:ext uri="{BB962C8B-B14F-4D97-AF65-F5344CB8AC3E}">
        <p14:creationId xmlns:p14="http://schemas.microsoft.com/office/powerpoint/2010/main" val="3257673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E0D7-E85E-30F3-5EAC-08C2A89805F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F388CFC-7F58-FCC0-BD8B-B1EE01EAE75B}"/>
              </a:ext>
            </a:extLst>
          </p:cNvPr>
          <p:cNvSpPr txBox="1"/>
          <p:nvPr/>
        </p:nvSpPr>
        <p:spPr>
          <a:xfrm>
            <a:off x="59147" y="65084"/>
            <a:ext cx="3585411" cy="369332"/>
          </a:xfrm>
          <a:prstGeom prst="rect">
            <a:avLst/>
          </a:prstGeom>
          <a:noFill/>
        </p:spPr>
        <p:txBody>
          <a:bodyPr wrap="square" rtlCol="0">
            <a:spAutoFit/>
          </a:bodyPr>
          <a:lstStyle/>
          <a:p>
            <a:r>
              <a:rPr lang="en-US" dirty="0"/>
              <a:t>Control Variates</a:t>
            </a:r>
          </a:p>
        </p:txBody>
      </p:sp>
      <p:sp>
        <p:nvSpPr>
          <p:cNvPr id="9" name="TextBox 8">
            <a:extLst>
              <a:ext uri="{FF2B5EF4-FFF2-40B4-BE49-F238E27FC236}">
                <a16:creationId xmlns:a16="http://schemas.microsoft.com/office/drawing/2014/main" id="{CC3EB1A1-C8A5-1A65-00DD-3B5974ED0236}"/>
              </a:ext>
            </a:extLst>
          </p:cNvPr>
          <p:cNvSpPr txBox="1"/>
          <p:nvPr/>
        </p:nvSpPr>
        <p:spPr>
          <a:xfrm>
            <a:off x="0" y="484116"/>
            <a:ext cx="12055642" cy="1200329"/>
          </a:xfrm>
          <a:prstGeom prst="rect">
            <a:avLst/>
          </a:prstGeom>
          <a:noFill/>
        </p:spPr>
        <p:txBody>
          <a:bodyPr wrap="square" rtlCol="0">
            <a:spAutoFit/>
          </a:bodyPr>
          <a:lstStyle/>
          <a:p>
            <a:r>
              <a:rPr lang="en-US" dirty="0"/>
              <a:t>Control Variates is a Monte Carlo Technique for variance reduction by using another random variable which is highly correlated to the random variable of interest.</a:t>
            </a:r>
          </a:p>
          <a:p>
            <a:r>
              <a:rPr lang="en-US" dirty="0"/>
              <a:t>In most cases it performs better than VMC given that certain requirements and assumptions are met.</a:t>
            </a:r>
          </a:p>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CA4BCA-DE3A-B961-E972-551D262D6D62}"/>
                  </a:ext>
                </a:extLst>
              </p:cNvPr>
              <p:cNvSpPr txBox="1"/>
              <p:nvPr/>
            </p:nvSpPr>
            <p:spPr>
              <a:xfrm>
                <a:off x="501316" y="1397675"/>
                <a:ext cx="10459454" cy="2031325"/>
              </a:xfrm>
              <a:prstGeom prst="rect">
                <a:avLst/>
              </a:prstGeom>
              <a:noFill/>
            </p:spPr>
            <p:txBody>
              <a:bodyPr wrap="square" rtlCol="0">
                <a:spAutoFit/>
              </a:bodyPr>
              <a:lstStyle/>
              <a:p>
                <a:r>
                  <a:rPr lang="en-US" dirty="0"/>
                  <a:t>What are these requirements/ assumption?</a:t>
                </a:r>
              </a:p>
              <a:p>
                <a:pPr marL="342900" indent="-342900">
                  <a:buAutoNum type="arabicParenR"/>
                </a:pPr>
                <a:r>
                  <a:rPr lang="en-US" dirty="0"/>
                  <a:t>We need the control variable X to have high correlation with target variable.</a:t>
                </a:r>
              </a:p>
              <a:p>
                <a:pPr marL="342900" indent="-342900">
                  <a:buAutoNum type="arabicParenR"/>
                </a:pPr>
                <a:r>
                  <a:rPr lang="en-US" dirty="0"/>
                  <a:t>E[X] should be known.</a:t>
                </a:r>
              </a:p>
              <a:p>
                <a:pPr marL="342900" indent="-342900">
                  <a:buAutoNum type="arabicParenR"/>
                </a:pPr>
                <a:r>
                  <a:rPr lang="en-US" dirty="0"/>
                  <a:t>E(X-E[X]) =</a:t>
                </a:r>
                <a14:m>
                  <m:oMath xmlns:m="http://schemas.openxmlformats.org/officeDocument/2006/math">
                    <m:r>
                      <a:rPr lang="en-US" i="1" smtClean="0">
                        <a:latin typeface="Cambria Math" panose="02040503050406030204" pitchFamily="18" charset="0"/>
                      </a:rPr>
                      <m:t> </m:t>
                    </m:r>
                  </m:oMath>
                </a14:m>
                <a:r>
                  <a:rPr lang="en-US" dirty="0"/>
                  <a:t>0 (ideally) </a:t>
                </a:r>
              </a:p>
              <a:p>
                <a:pPr marL="342900" indent="-342900">
                  <a:buAutoNum type="arabicParenR"/>
                </a:pPr>
                <a:r>
                  <a:rPr lang="en-US" dirty="0"/>
                  <a:t>The control variate should have finite variance </a:t>
                </a:r>
              </a:p>
              <a:p>
                <a:pPr marL="342900" indent="-342900">
                  <a:buAutoNum type="arabicParenR"/>
                </a:pPr>
                <a:r>
                  <a:rPr lang="en-US" dirty="0"/>
                  <a:t>If we have more than one control variable these should not be highly collinear within themselves. In the ideal case scenario, they should exhibit least correlation possible.</a:t>
                </a:r>
              </a:p>
            </p:txBody>
          </p:sp>
        </mc:Choice>
        <mc:Fallback xmlns="">
          <p:sp>
            <p:nvSpPr>
              <p:cNvPr id="11" name="TextBox 10">
                <a:extLst>
                  <a:ext uri="{FF2B5EF4-FFF2-40B4-BE49-F238E27FC236}">
                    <a16:creationId xmlns:a16="http://schemas.microsoft.com/office/drawing/2014/main" id="{42CA4BCA-DE3A-B961-E972-551D262D6D62}"/>
                  </a:ext>
                </a:extLst>
              </p:cNvPr>
              <p:cNvSpPr txBox="1">
                <a:spLocks noRot="1" noChangeAspect="1" noMove="1" noResize="1" noEditPoints="1" noAdjustHandles="1" noChangeArrowheads="1" noChangeShapeType="1" noTextEdit="1"/>
              </p:cNvSpPr>
              <p:nvPr/>
            </p:nvSpPr>
            <p:spPr>
              <a:xfrm>
                <a:off x="501316" y="1397675"/>
                <a:ext cx="10459454" cy="2031325"/>
              </a:xfrm>
              <a:prstGeom prst="rect">
                <a:avLst/>
              </a:prstGeom>
              <a:blipFill>
                <a:blip r:embed="rId2"/>
                <a:stretch>
                  <a:fillRect l="-466" t="-1497" b="-3593"/>
                </a:stretch>
              </a:blipFill>
            </p:spPr>
            <p:txBody>
              <a:bodyPr/>
              <a:lstStyle/>
              <a:p>
                <a:r>
                  <a:rPr lang="en-US">
                    <a:noFill/>
                  </a:rPr>
                  <a:t> </a:t>
                </a:r>
              </a:p>
            </p:txBody>
          </p:sp>
        </mc:Fallback>
      </mc:AlternateContent>
      <p:sp>
        <p:nvSpPr>
          <p:cNvPr id="12" name="Left Brace 11">
            <a:extLst>
              <a:ext uri="{FF2B5EF4-FFF2-40B4-BE49-F238E27FC236}">
                <a16:creationId xmlns:a16="http://schemas.microsoft.com/office/drawing/2014/main" id="{B9996252-6610-07CE-240B-D85D3121FCBE}"/>
              </a:ext>
            </a:extLst>
          </p:cNvPr>
          <p:cNvSpPr/>
          <p:nvPr/>
        </p:nvSpPr>
        <p:spPr>
          <a:xfrm>
            <a:off x="288759" y="2322925"/>
            <a:ext cx="268705" cy="8622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9EB747AB-4CE0-86B0-2562-557FD216B888}"/>
              </a:ext>
            </a:extLst>
          </p:cNvPr>
          <p:cNvCxnSpPr>
            <a:cxnSpLocks/>
          </p:cNvCxnSpPr>
          <p:nvPr/>
        </p:nvCxnSpPr>
        <p:spPr>
          <a:xfrm>
            <a:off x="188495" y="2764081"/>
            <a:ext cx="994614" cy="950497"/>
          </a:xfrm>
          <a:prstGeom prst="bentConnector3">
            <a:avLst>
              <a:gd name="adj1" fmla="val -1169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7178DAA-071E-0495-050F-E0F6738D5962}"/>
              </a:ext>
            </a:extLst>
          </p:cNvPr>
          <p:cNvSpPr txBox="1"/>
          <p:nvPr/>
        </p:nvSpPr>
        <p:spPr>
          <a:xfrm>
            <a:off x="1251286" y="3654238"/>
            <a:ext cx="4303294" cy="369332"/>
          </a:xfrm>
          <a:prstGeom prst="rect">
            <a:avLst/>
          </a:prstGeom>
          <a:noFill/>
          <a:ln>
            <a:solidFill>
              <a:schemeClr val="tx1"/>
            </a:solidFill>
          </a:ln>
        </p:spPr>
        <p:txBody>
          <a:bodyPr wrap="square" rtlCol="0">
            <a:spAutoFit/>
          </a:bodyPr>
          <a:lstStyle/>
          <a:p>
            <a:r>
              <a:rPr lang="en-US" dirty="0"/>
              <a:t>Reminds me something like linear regression </a:t>
            </a:r>
          </a:p>
        </p:txBody>
      </p:sp>
      <p:cxnSp>
        <p:nvCxnSpPr>
          <p:cNvPr id="21" name="Connector: Elbow 20">
            <a:extLst>
              <a:ext uri="{FF2B5EF4-FFF2-40B4-BE49-F238E27FC236}">
                <a16:creationId xmlns:a16="http://schemas.microsoft.com/office/drawing/2014/main" id="{D48DCEF7-8E33-62CD-A5D9-0D5068F9598B}"/>
              </a:ext>
            </a:extLst>
          </p:cNvPr>
          <p:cNvCxnSpPr>
            <a:cxnSpLocks/>
          </p:cNvCxnSpPr>
          <p:nvPr/>
        </p:nvCxnSpPr>
        <p:spPr>
          <a:xfrm>
            <a:off x="4794581" y="4064555"/>
            <a:ext cx="818151" cy="88233"/>
          </a:xfrm>
          <a:prstGeom prst="bentConnector3">
            <a:avLst>
              <a:gd name="adj1" fmla="val 98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E979418-C1BC-A3DB-AAFD-CB8449263DFD}"/>
              </a:ext>
            </a:extLst>
          </p:cNvPr>
          <p:cNvSpPr txBox="1"/>
          <p:nvPr/>
        </p:nvSpPr>
        <p:spPr>
          <a:xfrm>
            <a:off x="5670885" y="3654238"/>
            <a:ext cx="6228348" cy="646331"/>
          </a:xfrm>
          <a:prstGeom prst="rect">
            <a:avLst/>
          </a:prstGeom>
          <a:noFill/>
          <a:ln>
            <a:solidFill>
              <a:schemeClr val="tx1"/>
            </a:solidFill>
          </a:ln>
        </p:spPr>
        <p:txBody>
          <a:bodyPr wrap="square" rtlCol="0">
            <a:spAutoFit/>
          </a:bodyPr>
          <a:lstStyle/>
          <a:p>
            <a:r>
              <a:rPr lang="en-US" dirty="0"/>
              <a:t>CV uses concept of linear regression and has assumptions similar to it.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599AA9-90C0-1612-2C3C-3957F87F6956}"/>
                  </a:ext>
                </a:extLst>
              </p:cNvPr>
              <p:cNvSpPr txBox="1"/>
              <p:nvPr/>
            </p:nvSpPr>
            <p:spPr>
              <a:xfrm>
                <a:off x="188495" y="4508636"/>
                <a:ext cx="4307811" cy="1938992"/>
              </a:xfrm>
              <a:prstGeom prst="rect">
                <a:avLst/>
              </a:prstGeom>
              <a:noFill/>
            </p:spPr>
            <p:txBody>
              <a:bodyPr wrap="square"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a:t>
                </a:r>
                <a14:m>
                  <m:oMath xmlns:m="http://schemas.openxmlformats.org/officeDocument/2006/math">
                    <m:r>
                      <a:rPr lang="en-US" sz="2400" b="0" i="1" smtClean="0">
                        <a:latin typeface="Cambria Math" panose="02040503050406030204" pitchFamily="18" charset="0"/>
                      </a:rPr>
                      <m:t>𝛼</m:t>
                    </m:r>
                  </m:oMath>
                </a14:m>
                <a:r>
                  <a:rPr lang="en-US" sz="2400" dirty="0"/>
                  <a:t> + </a:t>
                </a:r>
                <a14:m>
                  <m:oMath xmlns:m="http://schemas.openxmlformats.org/officeDocument/2006/math">
                    <m:r>
                      <a:rPr lang="en-US" sz="2400" b="0" i="1" smtClean="0">
                        <a:latin typeface="Cambria Math" panose="02040503050406030204" pitchFamily="18" charset="0"/>
                      </a:rPr>
                      <m:t>𝛽</m:t>
                    </m:r>
                    <m:r>
                      <a:rPr lang="en-US" sz="2400" b="0" i="1" smtClean="0">
                        <a:latin typeface="Cambria Math" panose="02040503050406030204" pitchFamily="18" charset="0"/>
                      </a:rPr>
                      <m:t>𝑋</m:t>
                    </m:r>
                    <m:r>
                      <a:rPr lang="en-US" sz="2400" b="0" i="1" smtClean="0">
                        <a:latin typeface="Cambria Math" panose="02040503050406030204" pitchFamily="18" charset="0"/>
                      </a:rPr>
                      <m:t> </m:t>
                    </m:r>
                  </m:oMath>
                </a14:m>
                <a:r>
                  <a:rPr lang="en-US" sz="2400" dirty="0"/>
                  <a:t>+ </a:t>
                </a:r>
                <a14:m>
                  <m:oMath xmlns:m="http://schemas.openxmlformats.org/officeDocument/2006/math">
                    <m:r>
                      <a:rPr lang="en-US" sz="2400" b="0" i="1" smtClean="0">
                        <a:latin typeface="Cambria Math" panose="02040503050406030204" pitchFamily="18" charset="0"/>
                      </a:rPr>
                      <m:t>𝜖</m:t>
                    </m:r>
                  </m:oMath>
                </a14:m>
                <a:endParaRPr lang="en-US" sz="2400" dirty="0"/>
              </a:p>
              <a:p>
                <a14:m>
                  <m:oMath xmlns:m="http://schemas.openxmlformats.org/officeDocument/2006/math">
                    <m:r>
                      <a:rPr lang="en-US" sz="2400" i="1">
                        <a:latin typeface="Cambria Math" panose="02040503050406030204" pitchFamily="18" charset="0"/>
                      </a:rPr>
                      <m:t>𝜖</m:t>
                    </m:r>
                  </m:oMath>
                </a14:m>
                <a:r>
                  <a:rPr lang="en-US" sz="2400" dirty="0"/>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a:t>
                </a:r>
                <a14:m>
                  <m:oMath xmlns:m="http://schemas.openxmlformats.org/officeDocument/2006/math">
                    <m:r>
                      <a:rPr lang="en-US" sz="2400" i="1">
                        <a:latin typeface="Cambria Math" panose="02040503050406030204" pitchFamily="18" charset="0"/>
                      </a:rPr>
                      <m:t>𝛼</m:t>
                    </m:r>
                  </m:oMath>
                </a14:m>
                <a:r>
                  <a:rPr lang="en-US" sz="2400" dirty="0"/>
                  <a:t> - </a:t>
                </a:r>
                <a14:m>
                  <m:oMath xmlns:m="http://schemas.openxmlformats.org/officeDocument/2006/math">
                    <m:r>
                      <a:rPr lang="en-US" sz="2400" i="1">
                        <a:latin typeface="Cambria Math" panose="02040503050406030204" pitchFamily="18" charset="0"/>
                      </a:rPr>
                      <m:t>𝛽</m:t>
                    </m:r>
                    <m:r>
                      <a:rPr lang="en-US" sz="2400" i="1">
                        <a:latin typeface="Cambria Math" panose="02040503050406030204" pitchFamily="18" charset="0"/>
                      </a:rPr>
                      <m:t>𝑋</m:t>
                    </m:r>
                  </m:oMath>
                </a14:m>
                <a:endParaRPr lang="en-US" sz="2400" dirty="0"/>
              </a:p>
              <a:p>
                <a:r>
                  <a:rPr lang="en-US" sz="2400" dirty="0"/>
                  <a:t>E[</a:t>
                </a:r>
                <a14:m>
                  <m:oMath xmlns:m="http://schemas.openxmlformats.org/officeDocument/2006/math">
                    <m:r>
                      <a:rPr lang="en-US" sz="2400" i="1">
                        <a:latin typeface="Cambria Math" panose="02040503050406030204" pitchFamily="18" charset="0"/>
                      </a:rPr>
                      <m:t>𝜖</m:t>
                    </m:r>
                  </m:oMath>
                </a14:m>
                <a:r>
                  <a:rPr lang="en-US" sz="2400" dirty="0"/>
                  <a:t>] = E[</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a:t>
                </a:r>
                <a14:m>
                  <m:oMath xmlns:m="http://schemas.openxmlformats.org/officeDocument/2006/math">
                    <m:r>
                      <a:rPr lang="en-US" sz="2400" b="0" i="1" smtClean="0">
                        <a:latin typeface="Cambria Math" panose="02040503050406030204" pitchFamily="18" charset="0"/>
                      </a:rPr>
                      <m:t>𝛼</m:t>
                    </m:r>
                  </m:oMath>
                </a14:m>
                <a:r>
                  <a:rPr lang="en-US" sz="2400" dirty="0"/>
                  <a:t> - </a:t>
                </a:r>
                <a14:m>
                  <m:oMath xmlns:m="http://schemas.openxmlformats.org/officeDocument/2006/math">
                    <m:r>
                      <a:rPr lang="en-US" sz="2400" b="0" i="1" smtClean="0">
                        <a:latin typeface="Cambria Math" panose="02040503050406030204" pitchFamily="18" charset="0"/>
                      </a:rPr>
                      <m:t>𝛽</m:t>
                    </m:r>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oMath>
                </a14:m>
                <a:r>
                  <a:rPr lang="en-US" sz="2400" dirty="0"/>
                  <a:t> </a:t>
                </a:r>
              </a:p>
              <a:p>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 </m:t>
                    </m:r>
                  </m:oMath>
                </a14:m>
                <a:r>
                  <a:rPr lang="en-US" sz="2400" dirty="0"/>
                  <a:t>= E[</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a:t>
                </a:r>
                <a14:m>
                  <m:oMath xmlns:m="http://schemas.openxmlformats.org/officeDocument/2006/math">
                    <m:r>
                      <a:rPr lang="en-US" sz="2400" i="1">
                        <a:latin typeface="Cambria Math" panose="02040503050406030204" pitchFamily="18" charset="0"/>
                      </a:rPr>
                      <m:t>𝛽</m:t>
                    </m:r>
                    <m:r>
                      <a:rPr lang="en-US" sz="2400" i="1">
                        <a:latin typeface="Cambria Math" panose="02040503050406030204" pitchFamily="18" charset="0"/>
                      </a:rPr>
                      <m:t>𝐸</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oMath>
                </a14:m>
                <a:endParaRPr lang="en-US" sz="2400" dirty="0"/>
              </a:p>
              <a:p>
                <a:endParaRPr lang="en-US" sz="2400" dirty="0"/>
              </a:p>
            </p:txBody>
          </p:sp>
        </mc:Choice>
        <mc:Fallback xmlns="">
          <p:sp>
            <p:nvSpPr>
              <p:cNvPr id="5" name="TextBox 4">
                <a:extLst>
                  <a:ext uri="{FF2B5EF4-FFF2-40B4-BE49-F238E27FC236}">
                    <a16:creationId xmlns:a16="http://schemas.microsoft.com/office/drawing/2014/main" id="{91599AA9-90C0-1612-2C3C-3957F87F6956}"/>
                  </a:ext>
                </a:extLst>
              </p:cNvPr>
              <p:cNvSpPr txBox="1">
                <a:spLocks noRot="1" noChangeAspect="1" noMove="1" noResize="1" noEditPoints="1" noAdjustHandles="1" noChangeArrowheads="1" noChangeShapeType="1" noTextEdit="1"/>
              </p:cNvSpPr>
              <p:nvPr/>
            </p:nvSpPr>
            <p:spPr>
              <a:xfrm>
                <a:off x="188495" y="4508636"/>
                <a:ext cx="4307811" cy="1938992"/>
              </a:xfrm>
              <a:prstGeom prst="rect">
                <a:avLst/>
              </a:prstGeom>
              <a:blipFill>
                <a:blip r:embed="rId3"/>
                <a:stretch>
                  <a:fillRect l="-2263" t="-2516"/>
                </a:stretch>
              </a:blipFill>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B36865EC-3AB0-8376-6D03-EA1DE5C0A9ED}"/>
              </a:ext>
            </a:extLst>
          </p:cNvPr>
          <p:cNvCxnSpPr/>
          <p:nvPr/>
        </p:nvCxnSpPr>
        <p:spPr>
          <a:xfrm>
            <a:off x="2735903" y="5102211"/>
            <a:ext cx="457200"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578ECD4A-D609-90DF-A97D-7845191B5B8B}"/>
              </a:ext>
            </a:extLst>
          </p:cNvPr>
          <p:cNvSpPr/>
          <p:nvPr/>
        </p:nvSpPr>
        <p:spPr>
          <a:xfrm>
            <a:off x="3283338" y="4969864"/>
            <a:ext cx="280737" cy="26469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TextBox 50">
            <a:extLst>
              <a:ext uri="{FF2B5EF4-FFF2-40B4-BE49-F238E27FC236}">
                <a16:creationId xmlns:a16="http://schemas.microsoft.com/office/drawing/2014/main" id="{836F6947-A205-590E-271C-F99589822BB8}"/>
              </a:ext>
            </a:extLst>
          </p:cNvPr>
          <p:cNvSpPr txBox="1"/>
          <p:nvPr/>
        </p:nvSpPr>
        <p:spPr>
          <a:xfrm>
            <a:off x="3268054" y="4917545"/>
            <a:ext cx="354584" cy="461665"/>
          </a:xfrm>
          <a:prstGeom prst="rect">
            <a:avLst/>
          </a:prstGeom>
          <a:noFill/>
        </p:spPr>
        <p:txBody>
          <a:bodyPr wrap="none" rtlCol="0">
            <a:spAutoFit/>
          </a:bodyPr>
          <a:lstStyle/>
          <a:p>
            <a:r>
              <a:rPr lang="en-US" sz="2400" dirty="0"/>
              <a:t>1</a:t>
            </a:r>
          </a:p>
        </p:txBody>
      </p:sp>
      <p:cxnSp>
        <p:nvCxnSpPr>
          <p:cNvPr id="52" name="Straight Connector 51">
            <a:extLst>
              <a:ext uri="{FF2B5EF4-FFF2-40B4-BE49-F238E27FC236}">
                <a16:creationId xmlns:a16="http://schemas.microsoft.com/office/drawing/2014/main" id="{DDF42642-539F-773D-004E-8EFC4F8E4698}"/>
              </a:ext>
            </a:extLst>
          </p:cNvPr>
          <p:cNvCxnSpPr/>
          <p:nvPr/>
        </p:nvCxnSpPr>
        <p:spPr>
          <a:xfrm>
            <a:off x="2964503" y="5821975"/>
            <a:ext cx="457200"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3AEA5926-FBD8-704F-6ABD-EEEDFB3CA0B1}"/>
              </a:ext>
            </a:extLst>
          </p:cNvPr>
          <p:cNvSpPr/>
          <p:nvPr/>
        </p:nvSpPr>
        <p:spPr>
          <a:xfrm>
            <a:off x="3511938" y="5689628"/>
            <a:ext cx="280737" cy="26469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TextBox 53">
            <a:extLst>
              <a:ext uri="{FF2B5EF4-FFF2-40B4-BE49-F238E27FC236}">
                <a16:creationId xmlns:a16="http://schemas.microsoft.com/office/drawing/2014/main" id="{199AB61A-43D7-8AEC-898E-A393C9187EE8}"/>
              </a:ext>
            </a:extLst>
          </p:cNvPr>
          <p:cNvSpPr txBox="1"/>
          <p:nvPr/>
        </p:nvSpPr>
        <p:spPr>
          <a:xfrm>
            <a:off x="3496654" y="5637309"/>
            <a:ext cx="354584" cy="461665"/>
          </a:xfrm>
          <a:prstGeom prst="rect">
            <a:avLst/>
          </a:prstGeom>
          <a:noFill/>
        </p:spPr>
        <p:txBody>
          <a:bodyPr wrap="none" rtlCol="0">
            <a:spAutoFit/>
          </a:bodyPr>
          <a:lstStyle/>
          <a:p>
            <a:r>
              <a:rPr lang="en-US" sz="2400" dirty="0"/>
              <a:t>2</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13A8C3D-0D6F-EF05-210A-E6A61C558D3F}"/>
                  </a:ext>
                </a:extLst>
              </p:cNvPr>
              <p:cNvSpPr txBox="1"/>
              <p:nvPr/>
            </p:nvSpPr>
            <p:spPr>
              <a:xfrm>
                <a:off x="5004286" y="4492113"/>
                <a:ext cx="6418706" cy="1569660"/>
              </a:xfrm>
              <a:prstGeom prst="rect">
                <a:avLst/>
              </a:prstGeom>
              <a:noFill/>
            </p:spPr>
            <p:txBody>
              <a:bodyPr wrap="square">
                <a:spAutoFit/>
              </a:bodyPr>
              <a:lstStyle/>
              <a:p>
                <a:r>
                  <a:rPr lang="en-US" sz="2400" dirty="0"/>
                  <a:t>Using 2 in 1 :</a:t>
                </a: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E[</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𝑉𝑀𝐶</m:t>
                        </m:r>
                      </m:sub>
                    </m:sSub>
                  </m:oMath>
                </a14:m>
                <a:r>
                  <a:rPr lang="en-US" sz="2400" dirty="0"/>
                  <a:t>] - </a:t>
                </a:r>
                <a14:m>
                  <m:oMath xmlns:m="http://schemas.openxmlformats.org/officeDocument/2006/math">
                    <m:r>
                      <a:rPr lang="en-US" sz="2400" i="1">
                        <a:latin typeface="Cambria Math" panose="02040503050406030204" pitchFamily="18" charset="0"/>
                      </a:rPr>
                      <m:t>𝛽</m:t>
                    </m:r>
                    <m:r>
                      <a:rPr lang="en-US" sz="2400" i="1">
                        <a:latin typeface="Cambria Math" panose="02040503050406030204" pitchFamily="18" charset="0"/>
                      </a:rPr>
                      <m:t>𝐸</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oMath>
                </a14:m>
                <a:r>
                  <a:rPr lang="en-US" sz="2400" dirty="0"/>
                  <a:t> + </a:t>
                </a:r>
                <a14:m>
                  <m:oMath xmlns:m="http://schemas.openxmlformats.org/officeDocument/2006/math">
                    <m:r>
                      <a:rPr lang="en-US" sz="2400" b="0" i="1" smtClean="0">
                        <a:latin typeface="Cambria Math" panose="02040503050406030204" pitchFamily="18" charset="0"/>
                      </a:rPr>
                      <m:t>𝛽</m:t>
                    </m:r>
                    <m:r>
                      <a:rPr lang="en-US" sz="2400" b="0" i="1" smtClean="0">
                        <a:latin typeface="Cambria Math" panose="02040503050406030204" pitchFamily="18" charset="0"/>
                      </a:rPr>
                      <m:t>𝑋</m:t>
                    </m:r>
                  </m:oMath>
                </a14:m>
                <a:endParaRPr lang="en-US" sz="2400" dirty="0"/>
              </a:p>
              <a:p>
                <a:r>
                  <a:rPr lang="en-US" sz="2400" dirty="0"/>
                  <a:t>E[</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oMath>
                </a14:m>
                <a:r>
                  <a:rPr lang="en-US" sz="2400" dirty="0"/>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r>
                      <a:rPr lang="en-US" sz="2400" b="0" i="1" smtClean="0">
                        <a:latin typeface="Cambria Math" panose="02040503050406030204" pitchFamily="18" charset="0"/>
                      </a:rPr>
                      <m:t> </m:t>
                    </m:r>
                  </m:oMath>
                </a14:m>
                <a:r>
                  <a:rPr lang="en-US" sz="2400" dirty="0"/>
                  <a:t>- </a:t>
                </a:r>
                <a14:m>
                  <m:oMath xmlns:m="http://schemas.openxmlformats.org/officeDocument/2006/math">
                    <m:r>
                      <a:rPr lang="en-US" sz="2400" i="1">
                        <a:latin typeface="Cambria Math" panose="02040503050406030204" pitchFamily="18" charset="0"/>
                      </a:rPr>
                      <m:t>𝛽</m:t>
                    </m:r>
                    <m:r>
                      <a:rPr lang="en-US" sz="2400" b="0" i="1" smtClean="0">
                        <a:latin typeface="Cambria Math" panose="02040503050406030204" pitchFamily="18" charset="0"/>
                      </a:rPr>
                      <m:t>(</m:t>
                    </m:r>
                    <m:r>
                      <a:rPr lang="en-US" sz="2400" b="0" i="1" smtClean="0">
                        <a:latin typeface="Cambria Math" panose="02040503050406030204" pitchFamily="18" charset="0"/>
                      </a:rPr>
                      <m:t>𝑋</m:t>
                    </m:r>
                  </m:oMath>
                </a14:m>
                <a:r>
                  <a:rPr lang="en-US" sz="2400" dirty="0"/>
                  <a:t> + E[</a:t>
                </a:r>
                <a14:m>
                  <m:oMath xmlns:m="http://schemas.openxmlformats.org/officeDocument/2006/math">
                    <m:r>
                      <a:rPr lang="en-US" sz="2400" i="1">
                        <a:latin typeface="Cambria Math" panose="02040503050406030204" pitchFamily="18" charset="0"/>
                      </a:rPr>
                      <m:t>𝑋</m:t>
                    </m:r>
                    <m:r>
                      <a:rPr lang="en-US" sz="2400" b="0" i="1" smtClean="0">
                        <a:latin typeface="Cambria Math" panose="02040503050406030204" pitchFamily="18" charset="0"/>
                      </a:rPr>
                      <m:t>])</m:t>
                    </m:r>
                  </m:oMath>
                </a14:m>
                <a:endParaRPr lang="en-US" sz="2400" dirty="0"/>
              </a:p>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𝐶</m:t>
                        </m:r>
                        <m:r>
                          <a:rPr lang="en-US" sz="2400" b="0" i="1" smtClean="0">
                            <a:latin typeface="Cambria Math" panose="02040503050406030204" pitchFamily="18" charset="0"/>
                          </a:rPr>
                          <m:t>𝑉</m:t>
                        </m:r>
                      </m:sub>
                    </m:sSub>
                  </m:oMath>
                </a14:m>
                <a:r>
                  <a:rPr lang="en-US" sz="2400" dirty="0"/>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𝑉𝑀𝐶</m:t>
                        </m:r>
                      </m:sub>
                    </m:sSub>
                    <m:r>
                      <a:rPr lang="en-US" sz="2400" i="1">
                        <a:latin typeface="Cambria Math" panose="02040503050406030204" pitchFamily="18" charset="0"/>
                      </a:rPr>
                      <m:t> </m:t>
                    </m:r>
                  </m:oMath>
                </a14:m>
                <a:r>
                  <a:rPr lang="en-US" sz="2400" dirty="0"/>
                  <a:t>- </a:t>
                </a:r>
                <a14:m>
                  <m:oMath xmlns:m="http://schemas.openxmlformats.org/officeDocument/2006/math">
                    <m:r>
                      <a:rPr lang="en-US" sz="2400" i="1">
                        <a:latin typeface="Cambria Math" panose="02040503050406030204" pitchFamily="18" charset="0"/>
                      </a:rPr>
                      <m:t>𝛽</m:t>
                    </m:r>
                    <m:r>
                      <a:rPr lang="en-US" sz="2400" i="1">
                        <a:latin typeface="Cambria Math" panose="02040503050406030204" pitchFamily="18" charset="0"/>
                      </a:rPr>
                      <m:t>(</m:t>
                    </m:r>
                    <m:r>
                      <a:rPr lang="en-US" sz="2400" i="1">
                        <a:latin typeface="Cambria Math" panose="02040503050406030204" pitchFamily="18" charset="0"/>
                      </a:rPr>
                      <m:t>𝑋</m:t>
                    </m:r>
                  </m:oMath>
                </a14:m>
                <a:r>
                  <a:rPr lang="en-US" sz="2400" dirty="0"/>
                  <a:t> - E[</a:t>
                </a:r>
                <a14:m>
                  <m:oMath xmlns:m="http://schemas.openxmlformats.org/officeDocument/2006/math">
                    <m:r>
                      <a:rPr lang="en-US" sz="2400" i="1">
                        <a:latin typeface="Cambria Math" panose="02040503050406030204" pitchFamily="18" charset="0"/>
                      </a:rPr>
                      <m:t>𝑋</m:t>
                    </m:r>
                    <m:r>
                      <a:rPr lang="en-US" sz="2400" i="1">
                        <a:latin typeface="Cambria Math" panose="02040503050406030204" pitchFamily="18" charset="0"/>
                      </a:rPr>
                      <m:t>])</m:t>
                    </m:r>
                  </m:oMath>
                </a14:m>
                <a:endParaRPr lang="en-US" sz="2400" dirty="0"/>
              </a:p>
            </p:txBody>
          </p:sp>
        </mc:Choice>
        <mc:Fallback xmlns="">
          <p:sp>
            <p:nvSpPr>
              <p:cNvPr id="10" name="TextBox 9">
                <a:extLst>
                  <a:ext uri="{FF2B5EF4-FFF2-40B4-BE49-F238E27FC236}">
                    <a16:creationId xmlns:a16="http://schemas.microsoft.com/office/drawing/2014/main" id="{613A8C3D-0D6F-EF05-210A-E6A61C558D3F}"/>
                  </a:ext>
                </a:extLst>
              </p:cNvPr>
              <p:cNvSpPr txBox="1">
                <a:spLocks noRot="1" noChangeAspect="1" noMove="1" noResize="1" noEditPoints="1" noAdjustHandles="1" noChangeArrowheads="1" noChangeShapeType="1" noTextEdit="1"/>
              </p:cNvSpPr>
              <p:nvPr/>
            </p:nvSpPr>
            <p:spPr>
              <a:xfrm>
                <a:off x="5004286" y="4492113"/>
                <a:ext cx="6418706" cy="1569660"/>
              </a:xfrm>
              <a:prstGeom prst="rect">
                <a:avLst/>
              </a:prstGeom>
              <a:blipFill>
                <a:blip r:embed="rId4"/>
                <a:stretch>
                  <a:fillRect l="-1519" t="-3113" b="-8171"/>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92FE0F53-16DA-4F67-0DC9-38C04B4D88F6}"/>
              </a:ext>
            </a:extLst>
          </p:cNvPr>
          <p:cNvSpPr/>
          <p:nvPr/>
        </p:nvSpPr>
        <p:spPr>
          <a:xfrm>
            <a:off x="188495" y="4466335"/>
            <a:ext cx="9141936" cy="180402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46866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BC64-F61A-4643-2542-3C577D77141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D1B14CC-7557-50F8-2D07-D6D66DFF8DB4}"/>
                  </a:ext>
                </a:extLst>
              </p:cNvPr>
              <p:cNvSpPr txBox="1"/>
              <p:nvPr/>
            </p:nvSpPr>
            <p:spPr>
              <a:xfrm>
                <a:off x="1008591" y="613610"/>
                <a:ext cx="2450543" cy="276999"/>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𝑐𝑣</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𝑉𝑀𝐶</m:t>
                        </m:r>
                      </m:sub>
                    </m:sSub>
                    <m:r>
                      <a:rPr lang="en-US" i="1">
                        <a:latin typeface="Cambria Math" panose="02040503050406030204" pitchFamily="18" charset="0"/>
                      </a:rPr>
                      <m:t> </m:t>
                    </m:r>
                  </m:oMath>
                </a14:m>
                <a:r>
                  <a:rPr lang="en-US" dirty="0"/>
                  <a:t>-</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oMath>
                </a14:m>
                <a:endParaRPr lang="en-US" dirty="0"/>
              </a:p>
            </p:txBody>
          </p:sp>
        </mc:Choice>
        <mc:Fallback xmlns="">
          <p:sp>
            <p:nvSpPr>
              <p:cNvPr id="2" name="TextBox 1">
                <a:extLst>
                  <a:ext uri="{FF2B5EF4-FFF2-40B4-BE49-F238E27FC236}">
                    <a16:creationId xmlns:a16="http://schemas.microsoft.com/office/drawing/2014/main" id="{ED1B14CC-7557-50F8-2D07-D6D66DFF8DB4}"/>
                  </a:ext>
                </a:extLst>
              </p:cNvPr>
              <p:cNvSpPr txBox="1">
                <a:spLocks noRot="1" noChangeAspect="1" noMove="1" noResize="1" noEditPoints="1" noAdjustHandles="1" noChangeArrowheads="1" noChangeShapeType="1" noTextEdit="1"/>
              </p:cNvSpPr>
              <p:nvPr/>
            </p:nvSpPr>
            <p:spPr>
              <a:xfrm>
                <a:off x="1008591" y="613610"/>
                <a:ext cx="2450543" cy="276999"/>
              </a:xfrm>
              <a:prstGeom prst="rect">
                <a:avLst/>
              </a:prstGeom>
              <a:blipFill>
                <a:blip r:embed="rId2"/>
                <a:stretch>
                  <a:fillRect l="-3234" t="-28889" r="-373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FEBAEE-27CA-6505-DF8D-D5C214940663}"/>
                  </a:ext>
                </a:extLst>
              </p:cNvPr>
              <p:cNvSpPr txBox="1"/>
              <p:nvPr/>
            </p:nvSpPr>
            <p:spPr>
              <a:xfrm>
                <a:off x="8016990" y="4075285"/>
                <a:ext cx="1909112"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𝐶𝑜𝑣</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𝑉𝑀𝐶</m:t>
                              </m:r>
                            </m:sub>
                          </m:sSub>
                          <m:r>
                            <a:rPr lang="en-US" i="1">
                              <a:latin typeface="Cambria Math" panose="02040503050406030204" pitchFamily="18" charset="0"/>
                            </a:rPr>
                            <m:t>)</m:t>
                          </m:r>
                        </m:num>
                        <m:den>
                          <m:r>
                            <a:rPr lang="en-US" b="0" i="1" smtClean="0">
                              <a:latin typeface="Cambria Math" panose="02040503050406030204" pitchFamily="18" charset="0"/>
                            </a:rPr>
                            <m:t>𝑉𝑎𝑟</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m:oMathPara>
                </a14:m>
                <a:endParaRPr lang="en-US" dirty="0"/>
              </a:p>
            </p:txBody>
          </p:sp>
        </mc:Choice>
        <mc:Fallback xmlns="">
          <p:sp>
            <p:nvSpPr>
              <p:cNvPr id="3" name="TextBox 2">
                <a:extLst>
                  <a:ext uri="{FF2B5EF4-FFF2-40B4-BE49-F238E27FC236}">
                    <a16:creationId xmlns:a16="http://schemas.microsoft.com/office/drawing/2014/main" id="{D3FEBAEE-27CA-6505-DF8D-D5C214940663}"/>
                  </a:ext>
                </a:extLst>
              </p:cNvPr>
              <p:cNvSpPr txBox="1">
                <a:spLocks noRot="1" noChangeAspect="1" noMove="1" noResize="1" noEditPoints="1" noAdjustHandles="1" noChangeArrowheads="1" noChangeShapeType="1" noTextEdit="1"/>
              </p:cNvSpPr>
              <p:nvPr/>
            </p:nvSpPr>
            <p:spPr>
              <a:xfrm>
                <a:off x="8016990" y="4075285"/>
                <a:ext cx="1909112" cy="57676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816E1A-3F8D-A64C-A29E-48F50C564D4A}"/>
                  </a:ext>
                </a:extLst>
              </p:cNvPr>
              <p:cNvSpPr txBox="1"/>
              <p:nvPr/>
            </p:nvSpPr>
            <p:spPr>
              <a:xfrm>
                <a:off x="7676148" y="3560909"/>
                <a:ext cx="2478051" cy="276999"/>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𝑐𝑣</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𝑉𝑀𝐶</m:t>
                        </m:r>
                      </m:sub>
                    </m:sSub>
                    <m:r>
                      <a:rPr lang="en-US" i="1">
                        <a:latin typeface="Cambria Math" panose="02040503050406030204" pitchFamily="18" charset="0"/>
                      </a:rPr>
                      <m:t> </m:t>
                    </m:r>
                  </m:oMath>
                </a14:m>
                <a:r>
                  <a:rPr lang="en-US" dirty="0"/>
                  <a:t>-</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rPr>
                          <m:t>𝑇</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84816E1A-3F8D-A64C-A29E-48F50C564D4A}"/>
                  </a:ext>
                </a:extLst>
              </p:cNvPr>
              <p:cNvSpPr txBox="1">
                <a:spLocks noRot="1" noChangeAspect="1" noMove="1" noResize="1" noEditPoints="1" noAdjustHandles="1" noChangeArrowheads="1" noChangeShapeType="1" noTextEdit="1"/>
              </p:cNvSpPr>
              <p:nvPr/>
            </p:nvSpPr>
            <p:spPr>
              <a:xfrm>
                <a:off x="7676148" y="3560909"/>
                <a:ext cx="2478051" cy="276999"/>
              </a:xfrm>
              <a:prstGeom prst="rect">
                <a:avLst/>
              </a:prstGeom>
              <a:blipFill>
                <a:blip r:embed="rId4"/>
                <a:stretch>
                  <a:fillRect l="-3194" t="-26087" r="-3686" b="-5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1BDBB9-5532-FEAB-9BDF-B781D092666D}"/>
                  </a:ext>
                </a:extLst>
              </p:cNvPr>
              <p:cNvSpPr txBox="1"/>
              <p:nvPr/>
            </p:nvSpPr>
            <p:spPr>
              <a:xfrm>
                <a:off x="8971546" y="1244827"/>
                <a:ext cx="2020361"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𝑋𝑌</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𝐶</m:t>
                                </m:r>
                                <m:r>
                                  <a:rPr lang="en-US" i="1">
                                    <a:latin typeface="Cambria Math" panose="02040503050406030204" pitchFamily="18" charset="0"/>
                                  </a:rPr>
                                  <m:t>𝑜𝑣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 </m:t>
                                </m:r>
                              </m:e>
                            </m:mr>
                            <m:mr>
                              <m:e>
                                <m:r>
                                  <a:rPr lang="en-US" i="1">
                                    <a:latin typeface="Cambria Math" panose="02040503050406030204" pitchFamily="18" charset="0"/>
                                  </a:rPr>
                                  <m:t>⋮</m:t>
                                </m:r>
                              </m:e>
                            </m:mr>
                            <m:mr>
                              <m:e>
                                <m:r>
                                  <m:rPr>
                                    <m:brk m:alnAt="7"/>
                                  </m:rPr>
                                  <a:rPr lang="en-US" i="1">
                                    <a:latin typeface="Cambria Math" panose="02040503050406030204" pitchFamily="18" charset="0"/>
                                  </a:rPr>
                                  <m:t>𝐶</m:t>
                                </m:r>
                                <m:r>
                                  <a:rPr lang="en-US" i="1">
                                    <a:latin typeface="Cambria Math" panose="02040503050406030204" pitchFamily="18" charset="0"/>
                                  </a:rPr>
                                  <m:t>𝑜𝑣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sub>
                                </m:sSub>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e>
                            </m:mr>
                          </m:m>
                        </m:e>
                      </m:d>
                    </m:oMath>
                  </m:oMathPara>
                </a14:m>
                <a:endParaRPr lang="en-US" dirty="0"/>
              </a:p>
            </p:txBody>
          </p:sp>
        </mc:Choice>
        <mc:Fallback xmlns="">
          <p:sp>
            <p:nvSpPr>
              <p:cNvPr id="7" name="TextBox 6">
                <a:extLst>
                  <a:ext uri="{FF2B5EF4-FFF2-40B4-BE49-F238E27FC236}">
                    <a16:creationId xmlns:a16="http://schemas.microsoft.com/office/drawing/2014/main" id="{BB1BDBB9-5532-FEAB-9BDF-B781D092666D}"/>
                  </a:ext>
                </a:extLst>
              </p:cNvPr>
              <p:cNvSpPr txBox="1">
                <a:spLocks noRot="1" noChangeAspect="1" noMove="1" noResize="1" noEditPoints="1" noAdjustHandles="1" noChangeArrowheads="1" noChangeShapeType="1" noTextEdit="1"/>
              </p:cNvSpPr>
              <p:nvPr/>
            </p:nvSpPr>
            <p:spPr>
              <a:xfrm>
                <a:off x="8971546" y="1244827"/>
                <a:ext cx="2020361" cy="88036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2AE645-8BAE-7FBE-36D4-5F694BC82829}"/>
                  </a:ext>
                </a:extLst>
              </p:cNvPr>
              <p:cNvSpPr txBox="1"/>
              <p:nvPr/>
            </p:nvSpPr>
            <p:spPr>
              <a:xfrm>
                <a:off x="7303168" y="1508234"/>
                <a:ext cx="1423736" cy="280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𝑋𝑋</m:t>
                          </m:r>
                        </m:sub>
                        <m:sup>
                          <m:r>
                            <a:rPr lang="en-US" b="0" i="1" smtClean="0">
                              <a:latin typeface="Cambria Math" panose="02040503050406030204" pitchFamily="18" charset="0"/>
                            </a:rPr>
                            <m:t>−1</m:t>
                          </m:r>
                        </m:sup>
                      </m:sSubSup>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𝑋</m:t>
                          </m:r>
                          <m:r>
                            <a:rPr lang="en-US" b="0" i="1" smtClean="0">
                              <a:latin typeface="Cambria Math" panose="02040503050406030204" pitchFamily="18" charset="0"/>
                            </a:rPr>
                            <m:t>𝑌</m:t>
                          </m:r>
                        </m:sub>
                      </m:sSub>
                    </m:oMath>
                  </m:oMathPara>
                </a14:m>
                <a:endParaRPr lang="en-US" dirty="0"/>
              </a:p>
            </p:txBody>
          </p:sp>
        </mc:Choice>
        <mc:Fallback xmlns="">
          <p:sp>
            <p:nvSpPr>
              <p:cNvPr id="10" name="TextBox 9">
                <a:extLst>
                  <a:ext uri="{FF2B5EF4-FFF2-40B4-BE49-F238E27FC236}">
                    <a16:creationId xmlns:a16="http://schemas.microsoft.com/office/drawing/2014/main" id="{AC2AE645-8BAE-7FBE-36D4-5F694BC82829}"/>
                  </a:ext>
                </a:extLst>
              </p:cNvPr>
              <p:cNvSpPr txBox="1">
                <a:spLocks noRot="1" noChangeAspect="1" noMove="1" noResize="1" noEditPoints="1" noAdjustHandles="1" noChangeArrowheads="1" noChangeShapeType="1" noTextEdit="1"/>
              </p:cNvSpPr>
              <p:nvPr/>
            </p:nvSpPr>
            <p:spPr>
              <a:xfrm>
                <a:off x="7303168" y="1508234"/>
                <a:ext cx="1423736" cy="280270"/>
              </a:xfrm>
              <a:prstGeom prst="rect">
                <a:avLst/>
              </a:prstGeom>
              <a:blipFill>
                <a:blip r:embed="rId6"/>
                <a:stretch>
                  <a:fillRect l="-1709" b="-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10DDE5D-543A-AE53-213D-7D76BB05B1B2}"/>
                  </a:ext>
                </a:extLst>
              </p:cNvPr>
              <p:cNvSpPr txBox="1"/>
              <p:nvPr/>
            </p:nvSpPr>
            <p:spPr>
              <a:xfrm>
                <a:off x="7293142" y="2332775"/>
                <a:ext cx="3953839"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𝑋</m:t>
                          </m:r>
                          <m:r>
                            <a:rPr lang="en-US" b="0" i="1" smtClean="0">
                              <a:latin typeface="Cambria Math" panose="02040503050406030204" pitchFamily="18" charset="0"/>
                            </a:rPr>
                            <m:t>𝑋</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𝑉</m:t>
                                </m:r>
                                <m:r>
                                  <a:rPr lang="en-US" i="1">
                                    <a:latin typeface="Cambria Math" panose="02040503050406030204" pitchFamily="18" charset="0"/>
                                  </a:rPr>
                                  <m:t>𝑎𝑟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m:rPr>
                                    <m:brk m:alnAt="7"/>
                                  </m:rP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𝐶𝑜𝑣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e>
                            </m:mr>
                            <m:mr>
                              <m:e>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m:t>
                                </m:r>
                              </m:e>
                            </m:mr>
                            <m:mr>
                              <m:e>
                                <m:r>
                                  <a:rPr lang="en-US" i="1">
                                    <a:latin typeface="Cambria Math" panose="02040503050406030204" pitchFamily="18" charset="0"/>
                                  </a:rPr>
                                  <m:t>𝐶𝑜𝑣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sub>
                                </m:sSub>
                                <m:r>
                                  <a:rPr lang="en-US" i="1">
                                    <a:latin typeface="Cambria Math" panose="02040503050406030204" pitchFamily="18" charset="0"/>
                                  </a:rPr>
                                  <m:t>)</m:t>
                                </m:r>
                              </m:e>
                              <m:e>
                                <m:r>
                                  <a:rPr lang="en-US" i="1">
                                    <a:latin typeface="Cambria Math" panose="02040503050406030204" pitchFamily="18" charset="0"/>
                                  </a:rPr>
                                  <m:t>⋯</m:t>
                                </m:r>
                              </m:e>
                              <m:e>
                                <m:r>
                                  <m:rPr>
                                    <m:brk m:alnAt="7"/>
                                  </m:rPr>
                                  <a:rPr lang="en-US" i="1">
                                    <a:latin typeface="Cambria Math" panose="02040503050406030204" pitchFamily="18" charset="0"/>
                                  </a:rPr>
                                  <m:t>𝑉</m:t>
                                </m:r>
                                <m:r>
                                  <a:rPr lang="en-US" i="1">
                                    <a:latin typeface="Cambria Math" panose="02040503050406030204" pitchFamily="18" charset="0"/>
                                  </a:rPr>
                                  <m:t>𝑎𝑟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sub>
                                </m:sSub>
                                <m:r>
                                  <m:rPr>
                                    <m:brk m:alnAt="7"/>
                                  </m:rPr>
                                  <a:rPr lang="en-US" i="1">
                                    <a:latin typeface="Cambria Math" panose="02040503050406030204" pitchFamily="18" charset="0"/>
                                  </a:rPr>
                                  <m:t>)</m:t>
                                </m:r>
                              </m:e>
                            </m:mr>
                          </m:m>
                        </m:e>
                      </m:d>
                    </m:oMath>
                  </m:oMathPara>
                </a14:m>
                <a:endParaRPr lang="en-US" dirty="0"/>
              </a:p>
            </p:txBody>
          </p:sp>
        </mc:Choice>
        <mc:Fallback xmlns="">
          <p:sp>
            <p:nvSpPr>
              <p:cNvPr id="13" name="TextBox 12">
                <a:extLst>
                  <a:ext uri="{FF2B5EF4-FFF2-40B4-BE49-F238E27FC236}">
                    <a16:creationId xmlns:a16="http://schemas.microsoft.com/office/drawing/2014/main" id="{C10DDE5D-543A-AE53-213D-7D76BB05B1B2}"/>
                  </a:ext>
                </a:extLst>
              </p:cNvPr>
              <p:cNvSpPr txBox="1">
                <a:spLocks noRot="1" noChangeAspect="1" noMove="1" noResize="1" noEditPoints="1" noAdjustHandles="1" noChangeArrowheads="1" noChangeShapeType="1" noTextEdit="1"/>
              </p:cNvSpPr>
              <p:nvPr/>
            </p:nvSpPr>
            <p:spPr>
              <a:xfrm>
                <a:off x="7293142" y="2332775"/>
                <a:ext cx="3953839" cy="880369"/>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20AE0A9C-796A-C7BD-EB74-1243F0D4BB9F}"/>
              </a:ext>
            </a:extLst>
          </p:cNvPr>
          <p:cNvCxnSpPr>
            <a:cxnSpLocks/>
          </p:cNvCxnSpPr>
          <p:nvPr/>
        </p:nvCxnSpPr>
        <p:spPr>
          <a:xfrm flipV="1">
            <a:off x="3505200" y="752109"/>
            <a:ext cx="499364" cy="44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C996CEC-8E58-4217-52D5-602CBE51404A}"/>
                  </a:ext>
                </a:extLst>
              </p:cNvPr>
              <p:cNvSpPr txBox="1"/>
              <p:nvPr/>
            </p:nvSpPr>
            <p:spPr>
              <a:xfrm>
                <a:off x="4158917" y="149123"/>
                <a:ext cx="3340770" cy="923330"/>
              </a:xfrm>
              <a:prstGeom prst="rect">
                <a:avLst/>
              </a:prstGeom>
              <a:noFill/>
              <a:ln>
                <a:solidFill>
                  <a:schemeClr val="tx1"/>
                </a:solidFill>
              </a:ln>
            </p:spPr>
            <p:txBody>
              <a:bodyPr wrap="square" rtlCol="0">
                <a:spAutoFit/>
              </a:bodyPr>
              <a:lstStyle/>
              <a:p>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𝑌</m:t>
                        </m:r>
                      </m:e>
                      <m:sub>
                        <m:r>
                          <a:rPr lang="en-US" sz="1200" i="1">
                            <a:latin typeface="Cambria Math" panose="02040503050406030204" pitchFamily="18" charset="0"/>
                          </a:rPr>
                          <m:t>𝑉𝑀𝐶</m:t>
                        </m:r>
                      </m:sub>
                    </m:sSub>
                    <m:r>
                      <a:rPr lang="en-US" sz="1200" b="0" i="1" smtClean="0">
                        <a:latin typeface="Cambria Math" panose="02040503050406030204" pitchFamily="18" charset="0"/>
                      </a:rPr>
                      <m:t>:</m:t>
                    </m:r>
                  </m:oMath>
                </a14:m>
                <a:r>
                  <a:rPr lang="en-US" sz="1200" b="0" dirty="0"/>
                  <a:t> </a:t>
                </a:r>
                <a14:m>
                  <m:oMath xmlns:m="http://schemas.openxmlformats.org/officeDocument/2006/math">
                    <m:r>
                      <a:rPr lang="en-US" sz="1200" i="1">
                        <a:latin typeface="Cambria Math" panose="02040503050406030204" pitchFamily="18" charset="0"/>
                      </a:rPr>
                      <m:t>𝑉𝑀𝐶</m:t>
                    </m:r>
                    <m:r>
                      <a:rPr lang="en-US" sz="1200" i="1">
                        <a:latin typeface="Cambria Math" panose="02040503050406030204" pitchFamily="18" charset="0"/>
                      </a:rPr>
                      <m:t> </m:t>
                    </m:r>
                    <m:r>
                      <a:rPr lang="en-US" sz="1200" i="1">
                        <a:latin typeface="Cambria Math" panose="02040503050406030204" pitchFamily="18" charset="0"/>
                      </a:rPr>
                      <m:t>𝑝𝑎𝑦𝑜𝑢𝑡</m:t>
                    </m:r>
                  </m:oMath>
                </a14:m>
                <a:endParaRPr lang="en-US" sz="1200" b="0" dirty="0"/>
              </a:p>
              <a:p>
                <a:r>
                  <a:rPr lang="en-US" sz="1400" dirty="0"/>
                  <a:t>X : Control Variate with known expectation</a:t>
                </a:r>
              </a:p>
              <a:p>
                <a:r>
                  <a:rPr lang="en-US" sz="1400" dirty="0"/>
                  <a:t>E[X] : Known expectation</a:t>
                </a:r>
              </a:p>
              <a:p>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rPr>
                          <m:t>∗</m:t>
                        </m:r>
                      </m:sup>
                    </m:sSup>
                    <m:r>
                      <a:rPr lang="en-US" sz="1200" b="0" i="1" smtClean="0">
                        <a:latin typeface="Cambria Math" panose="02040503050406030204" pitchFamily="18" charset="0"/>
                      </a:rPr>
                      <m:t>:</m:t>
                    </m:r>
                  </m:oMath>
                </a14:m>
                <a:r>
                  <a:rPr lang="en-US" sz="1200" dirty="0"/>
                  <a:t> </a:t>
                </a:r>
                <a14:m>
                  <m:oMath xmlns:m="http://schemas.openxmlformats.org/officeDocument/2006/math">
                    <m:r>
                      <a:rPr lang="en-US" sz="1400">
                        <a:latin typeface="Cambria Math" panose="02040503050406030204" pitchFamily="18" charset="0"/>
                      </a:rPr>
                      <m:t>𝑂𝑝𝑡𝑖𝑚𝑎𝑙</m:t>
                    </m:r>
                    <m:r>
                      <a:rPr lang="en-US" sz="1400">
                        <a:latin typeface="Cambria Math" panose="02040503050406030204" pitchFamily="18" charset="0"/>
                      </a:rPr>
                      <m:t> </m:t>
                    </m:r>
                    <m:r>
                      <a:rPr lang="en-US" sz="1400">
                        <a:latin typeface="Cambria Math" panose="02040503050406030204" pitchFamily="18" charset="0"/>
                      </a:rPr>
                      <m:t>𝑊𝑒𝑖𝑔h𝑡</m:t>
                    </m:r>
                  </m:oMath>
                </a14:m>
                <a:endParaRPr lang="en-US" sz="1400" dirty="0"/>
              </a:p>
            </p:txBody>
          </p:sp>
        </mc:Choice>
        <mc:Fallback xmlns="">
          <p:sp>
            <p:nvSpPr>
              <p:cNvPr id="17" name="TextBox 16">
                <a:extLst>
                  <a:ext uri="{FF2B5EF4-FFF2-40B4-BE49-F238E27FC236}">
                    <a16:creationId xmlns:a16="http://schemas.microsoft.com/office/drawing/2014/main" id="{4C996CEC-8E58-4217-52D5-602CBE51404A}"/>
                  </a:ext>
                </a:extLst>
              </p:cNvPr>
              <p:cNvSpPr txBox="1">
                <a:spLocks noRot="1" noChangeAspect="1" noMove="1" noResize="1" noEditPoints="1" noAdjustHandles="1" noChangeArrowheads="1" noChangeShapeType="1" noTextEdit="1"/>
              </p:cNvSpPr>
              <p:nvPr/>
            </p:nvSpPr>
            <p:spPr>
              <a:xfrm>
                <a:off x="4158917" y="149123"/>
                <a:ext cx="3340770" cy="923330"/>
              </a:xfrm>
              <a:prstGeom prst="rect">
                <a:avLst/>
              </a:prstGeom>
              <a:blipFill>
                <a:blip r:embed="rId8"/>
                <a:stretch>
                  <a:fillRect l="-364" b="-1299"/>
                </a:stretch>
              </a:blipFill>
              <a:ln>
                <a:solidFill>
                  <a:schemeClr val="tx1"/>
                </a:solid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DAD2F31-EE29-BB58-F511-20989402CA86}"/>
              </a:ext>
            </a:extLst>
          </p:cNvPr>
          <p:cNvCxnSpPr/>
          <p:nvPr/>
        </p:nvCxnSpPr>
        <p:spPr>
          <a:xfrm flipH="1">
            <a:off x="7654089" y="4505798"/>
            <a:ext cx="360947" cy="292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D5BA395-C71A-CE6C-3D14-0A7D64DC37F3}"/>
              </a:ext>
            </a:extLst>
          </p:cNvPr>
          <p:cNvSpPr txBox="1"/>
          <p:nvPr/>
        </p:nvSpPr>
        <p:spPr>
          <a:xfrm>
            <a:off x="7110663" y="4845542"/>
            <a:ext cx="1188720" cy="276999"/>
          </a:xfrm>
          <a:prstGeom prst="rect">
            <a:avLst/>
          </a:prstGeom>
          <a:noFill/>
          <a:ln>
            <a:solidFill>
              <a:schemeClr val="tx1"/>
            </a:solidFill>
          </a:ln>
        </p:spPr>
        <p:txBody>
          <a:bodyPr wrap="square" rtlCol="0">
            <a:spAutoFit/>
          </a:bodyPr>
          <a:lstStyle/>
          <a:p>
            <a:pPr algn="ctr"/>
            <a:r>
              <a:rPr lang="en-US" sz="1200" dirty="0"/>
              <a:t>1 CV case</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31825C5-6A84-0A2B-D0FA-3313ABF47EFE}"/>
                  </a:ext>
                </a:extLst>
              </p:cNvPr>
              <p:cNvSpPr txBox="1"/>
              <p:nvPr/>
            </p:nvSpPr>
            <p:spPr>
              <a:xfrm>
                <a:off x="216516" y="1151029"/>
                <a:ext cx="5169569" cy="4315477"/>
              </a:xfrm>
              <a:prstGeom prst="rect">
                <a:avLst/>
              </a:prstGeom>
              <a:noFill/>
              <a:ln>
                <a:solidFill>
                  <a:schemeClr val="tx1"/>
                </a:solidFill>
              </a:ln>
            </p:spPr>
            <p:txBody>
              <a:bodyPr wrap="square" rtlCol="0">
                <a:spAutoFit/>
              </a:bodyPr>
              <a:lstStyle/>
              <a:p>
                <a:r>
                  <a:rPr lang="en-US" sz="1400" dirty="0"/>
                  <a:t>Math Behind Control Variates</a:t>
                </a:r>
              </a:p>
              <a:p>
                <a:r>
                  <a:rPr lang="en-US" sz="1400" dirty="0"/>
                  <a:t>                                 0</a:t>
                </a:r>
              </a:p>
              <a:p>
                <a:r>
                  <a:rPr lang="en-US" sz="1400" dirty="0"/>
                  <a:t>E[</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oMath>
                </a14:m>
                <a:r>
                  <a:rPr lang="en-US" sz="1400" dirty="0"/>
                  <a:t>] = E[Y] - </a:t>
                </a:r>
                <a14:m>
                  <m:oMath xmlns:m="http://schemas.openxmlformats.org/officeDocument/2006/math">
                    <m:r>
                      <m:rPr>
                        <m:sty m:val="p"/>
                      </m:rPr>
                      <a:rPr lang="en-US" sz="1400" b="0" i="1" smtClean="0">
                        <a:latin typeface="Cambria Math" panose="02040503050406030204" pitchFamily="18" charset="0"/>
                      </a:rPr>
                      <m:t>β</m:t>
                    </m:r>
                  </m:oMath>
                </a14:m>
                <a:r>
                  <a:rPr lang="en-US" sz="1400" dirty="0"/>
                  <a:t>(X-E[X]) </a:t>
                </a:r>
                <a14:m>
                  <m:oMath xmlns:m="http://schemas.openxmlformats.org/officeDocument/2006/math">
                    <m:r>
                      <a:rPr lang="en-US" sz="1400" i="1">
                        <a:latin typeface="Cambria Math" panose="02040503050406030204" pitchFamily="18" charset="0"/>
                      </a:rPr>
                      <m:t>≈</m:t>
                    </m:r>
                    <m:r>
                      <m:rPr>
                        <m:nor/>
                      </m:rPr>
                      <a:rPr lang="en-US" sz="1400" dirty="0"/>
                      <m:t>E</m:t>
                    </m:r>
                    <m:r>
                      <m:rPr>
                        <m:nor/>
                      </m:rPr>
                      <a:rPr lang="en-US" sz="1400" dirty="0"/>
                      <m:t>[</m:t>
                    </m:r>
                    <m:r>
                      <m:rPr>
                        <m:nor/>
                      </m:rPr>
                      <a:rPr lang="en-US" sz="1400" dirty="0"/>
                      <m:t>Y</m:t>
                    </m:r>
                    <m:r>
                      <m:rPr>
                        <m:nor/>
                      </m:rPr>
                      <a:rPr lang="en-US" sz="1400" dirty="0"/>
                      <m:t>]</m:t>
                    </m:r>
                  </m:oMath>
                </a14:m>
                <a:endParaRPr lang="en-US" sz="1400" dirty="0"/>
              </a:p>
              <a:p>
                <a:endParaRPr lang="en-US" sz="1400" dirty="0"/>
              </a:p>
              <a:p>
                <a:r>
                  <a:rPr lang="en-US" sz="1400" dirty="0">
                    <a:solidFill>
                      <a:srgbClr val="00B0F0"/>
                    </a:solidFill>
                  </a:rPr>
                  <a:t>So, </a:t>
                </a:r>
                <a14:m>
                  <m:oMath xmlns:m="http://schemas.openxmlformats.org/officeDocument/2006/math">
                    <m:sSub>
                      <m:sSubPr>
                        <m:ctrlPr>
                          <a:rPr lang="en-US" sz="1400" i="1">
                            <a:solidFill>
                              <a:srgbClr val="00B0F0"/>
                            </a:solidFill>
                            <a:latin typeface="Cambria Math" panose="02040503050406030204" pitchFamily="18" charset="0"/>
                          </a:rPr>
                        </m:ctrlPr>
                      </m:sSubPr>
                      <m:e>
                        <m:r>
                          <a:rPr lang="en-US" sz="1400" i="1">
                            <a:solidFill>
                              <a:srgbClr val="00B0F0"/>
                            </a:solidFill>
                            <a:latin typeface="Cambria Math" panose="02040503050406030204" pitchFamily="18" charset="0"/>
                          </a:rPr>
                          <m:t>𝑌</m:t>
                        </m:r>
                      </m:e>
                      <m:sub>
                        <m:r>
                          <a:rPr lang="en-US" sz="1400" i="1">
                            <a:solidFill>
                              <a:srgbClr val="00B0F0"/>
                            </a:solidFill>
                            <a:latin typeface="Cambria Math" panose="02040503050406030204" pitchFamily="18" charset="0"/>
                          </a:rPr>
                          <m:t>𝑐𝑣</m:t>
                        </m:r>
                      </m:sub>
                    </m:sSub>
                  </m:oMath>
                </a14:m>
                <a:r>
                  <a:rPr lang="en-US" sz="1400" dirty="0">
                    <a:solidFill>
                      <a:srgbClr val="00B0F0"/>
                    </a:solidFill>
                  </a:rPr>
                  <a:t> is an unbiased estimator of </a:t>
                </a:r>
                <a14:m>
                  <m:oMath xmlns:m="http://schemas.openxmlformats.org/officeDocument/2006/math">
                    <m:sSub>
                      <m:sSubPr>
                        <m:ctrlPr>
                          <a:rPr lang="en-US" sz="1400" i="1">
                            <a:solidFill>
                              <a:srgbClr val="00B0F0"/>
                            </a:solidFill>
                            <a:latin typeface="Cambria Math" panose="02040503050406030204" pitchFamily="18" charset="0"/>
                          </a:rPr>
                        </m:ctrlPr>
                      </m:sSubPr>
                      <m:e>
                        <m:r>
                          <a:rPr lang="en-US" sz="1400" i="1">
                            <a:solidFill>
                              <a:srgbClr val="00B0F0"/>
                            </a:solidFill>
                            <a:latin typeface="Cambria Math" panose="02040503050406030204" pitchFamily="18" charset="0"/>
                          </a:rPr>
                          <m:t>𝑌</m:t>
                        </m:r>
                      </m:e>
                      <m:sub>
                        <m:r>
                          <a:rPr lang="en-US" sz="1400" b="0" i="1" smtClean="0">
                            <a:solidFill>
                              <a:srgbClr val="00B0F0"/>
                            </a:solidFill>
                            <a:latin typeface="Cambria Math" panose="02040503050406030204" pitchFamily="18" charset="0"/>
                          </a:rPr>
                          <m:t>𝑉𝑀𝐶</m:t>
                        </m:r>
                      </m:sub>
                    </m:sSub>
                  </m:oMath>
                </a14:m>
                <a:endParaRPr lang="en-US" sz="1400" dirty="0">
                  <a:solidFill>
                    <a:srgbClr val="00B0F0"/>
                  </a:solidFill>
                </a:endParaRPr>
              </a:p>
              <a:p>
                <a:endParaRPr lang="en-US" sz="1400" dirty="0"/>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oMath>
                </a14:m>
                <a:r>
                  <a:rPr lang="en-US" sz="1400" dirty="0"/>
                  <a:t> = Y - </a:t>
                </a:r>
                <a14:m>
                  <m:oMath xmlns:m="http://schemas.openxmlformats.org/officeDocument/2006/math">
                    <m:r>
                      <m:rPr>
                        <m:sty m:val="p"/>
                      </m:rPr>
                      <a:rPr lang="en-US" sz="1400" i="1">
                        <a:latin typeface="Cambria Math" panose="02040503050406030204" pitchFamily="18" charset="0"/>
                      </a:rPr>
                      <m:t>β</m:t>
                    </m:r>
                  </m:oMath>
                </a14:m>
                <a:r>
                  <a:rPr lang="en-US" sz="1400" dirty="0"/>
                  <a:t>(X-E[X]) </a:t>
                </a:r>
              </a:p>
              <a:p>
                <a14:m>
                  <m:oMath xmlns:m="http://schemas.openxmlformats.org/officeDocument/2006/math">
                    <m:r>
                      <a:rPr lang="en-US" sz="1400" b="0" i="1" smtClean="0">
                        <a:latin typeface="Cambria Math" panose="02040503050406030204" pitchFamily="18" charset="0"/>
                      </a:rPr>
                      <m:t>𝑉𝑎𝑟</m:t>
                    </m:r>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r>
                      <a:rPr lang="en-US" sz="1400" b="0" i="1" smtClean="0">
                        <a:latin typeface="Cambria Math" panose="02040503050406030204" pitchFamily="18" charset="0"/>
                      </a:rPr>
                      <m:t>)</m:t>
                    </m:r>
                  </m:oMath>
                </a14:m>
                <a:r>
                  <a:rPr lang="en-US" sz="1400" dirty="0"/>
                  <a:t> = Var(Y - </a:t>
                </a:r>
                <a14:m>
                  <m:oMath xmlns:m="http://schemas.openxmlformats.org/officeDocument/2006/math">
                    <m:r>
                      <m:rPr>
                        <m:sty m:val="p"/>
                      </m:rPr>
                      <a:rPr lang="en-US" sz="1400" i="1">
                        <a:latin typeface="Cambria Math" panose="02040503050406030204" pitchFamily="18" charset="0"/>
                      </a:rPr>
                      <m:t>β</m:t>
                    </m:r>
                  </m:oMath>
                </a14:m>
                <a:r>
                  <a:rPr lang="en-US" sz="1400" dirty="0"/>
                  <a:t>(X-E[X]))</a:t>
                </a:r>
              </a:p>
              <a:p>
                <a:r>
                  <a:rPr lang="en-US" sz="1400" dirty="0"/>
                  <a:t>               =	Var(Y) + </a:t>
                </a:r>
                <a14:m>
                  <m:oMath xmlns:m="http://schemas.openxmlformats.org/officeDocument/2006/math">
                    <m:sSup>
                      <m:sSupPr>
                        <m:ctrlPr>
                          <a:rPr lang="en-US" sz="1400" i="1" smtClean="0">
                            <a:latin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𝛽</m:t>
                        </m:r>
                      </m:e>
                      <m:sup>
                        <m:r>
                          <a:rPr lang="en-US" sz="1400" b="0" i="1" smtClean="0">
                            <a:latin typeface="Cambria Math" panose="02040503050406030204" pitchFamily="18" charset="0"/>
                          </a:rPr>
                          <m:t>𝑇</m:t>
                        </m:r>
                      </m:sup>
                    </m:sSup>
                    <m:r>
                      <a:rPr lang="en-US" sz="1400" b="0" i="1" smtClean="0">
                        <a:latin typeface="Cambria Math" panose="02040503050406030204" pitchFamily="18" charset="0"/>
                      </a:rPr>
                      <m:t> </m:t>
                    </m:r>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Sub>
                    <m:r>
                      <a:rPr lang="en-US" sz="1400" b="0" i="1" smtClean="0">
                        <a:latin typeface="Cambria Math" panose="02040503050406030204" pitchFamily="18" charset="0"/>
                      </a:rPr>
                      <m:t> </m:t>
                    </m:r>
                    <m:r>
                      <a:rPr lang="en-US" sz="1400" b="0" i="1" smtClean="0">
                        <a:latin typeface="Cambria Math" panose="02040503050406030204" pitchFamily="18" charset="0"/>
                      </a:rPr>
                      <m:t>𝛽</m:t>
                    </m:r>
                    <m:r>
                      <a:rPr lang="en-US" sz="1400" b="0" i="1" smtClean="0">
                        <a:latin typeface="Cambria Math" panose="02040503050406030204" pitchFamily="18" charset="0"/>
                      </a:rPr>
                      <m:t>−2</m:t>
                    </m:r>
                  </m:oMath>
                </a14:m>
                <a:r>
                  <a:rPr lang="en-US" sz="1400" dirty="0"/>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𝛽</m:t>
                        </m:r>
                      </m:e>
                      <m:sup>
                        <m:r>
                          <a:rPr lang="en-US" sz="1400" i="1">
                            <a:latin typeface="Cambria Math" panose="02040503050406030204" pitchFamily="18" charset="0"/>
                          </a:rPr>
                          <m:t>𝑇</m:t>
                        </m:r>
                      </m:sup>
                    </m:s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m:t>
                        </m:r>
                        <m:r>
                          <a:rPr lang="en-US" sz="1400" b="0" i="1" smtClean="0">
                            <a:latin typeface="Cambria Math" panose="02040503050406030204" pitchFamily="18" charset="0"/>
                          </a:rPr>
                          <m:t>𝑌</m:t>
                        </m:r>
                      </m:sub>
                    </m:sSub>
                  </m:oMath>
                </a14:m>
                <a:endParaRPr lang="en-US" sz="1400" dirty="0"/>
              </a:p>
              <a:p>
                <a:r>
                  <a:rPr lang="en-US" sz="1400" dirty="0"/>
                  <a:t>               </a:t>
                </a:r>
              </a:p>
              <a:p>
                <a:r>
                  <a:rPr lang="en-US" sz="1400" dirty="0"/>
                  <a:t>We want to minimize Var(</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r>
                      <a:rPr lang="en-US" sz="1400" b="0" i="1" smtClean="0">
                        <a:latin typeface="Cambria Math" panose="02040503050406030204" pitchFamily="18" charset="0"/>
                      </a:rPr>
                      <m:t>) </m:t>
                    </m:r>
                    <m:r>
                      <a:rPr lang="en-US" sz="1400" b="0" i="1" smtClean="0">
                        <a:latin typeface="Cambria Math" panose="02040503050406030204" pitchFamily="18" charset="0"/>
                      </a:rPr>
                      <m:t>𝑤</m:t>
                    </m:r>
                    <m:r>
                      <a:rPr lang="en-US" sz="1400" b="0" i="1" smtClean="0">
                        <a:latin typeface="Cambria Math" panose="02040503050406030204" pitchFamily="18" charset="0"/>
                      </a:rPr>
                      <m:t>.</m:t>
                    </m:r>
                    <m:r>
                      <a:rPr lang="en-US" sz="1400" b="0" i="1" smtClean="0">
                        <a:latin typeface="Cambria Math" panose="02040503050406030204" pitchFamily="18" charset="0"/>
                      </a:rPr>
                      <m:t>𝑟</m:t>
                    </m:r>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  </m:t>
                    </m:r>
                    <m:r>
                      <a:rPr lang="en-US" sz="1400" b="0" i="1" smtClean="0">
                        <a:latin typeface="Cambria Math" panose="02040503050406030204" pitchFamily="18" charset="0"/>
                      </a:rPr>
                      <m:t>𝛽</m:t>
                    </m:r>
                    <m:r>
                      <a:rPr lang="en-US" sz="1400" b="0" i="1" smtClean="0">
                        <a:latin typeface="Cambria Math" panose="02040503050406030204" pitchFamily="18" charset="0"/>
                      </a:rPr>
                      <m:t>:</m:t>
                    </m:r>
                  </m:oMath>
                </a14:m>
                <a:endParaRPr lang="en-US" sz="1400" dirty="0"/>
              </a:p>
              <a:p>
                <a:r>
                  <a:rPr lang="en-US" sz="1400" dirty="0"/>
                  <a:t>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𝑑</m:t>
                        </m:r>
                        <m:r>
                          <m:rPr>
                            <m:nor/>
                          </m:rPr>
                          <a:rPr lang="en-US" sz="1400" dirty="0"/>
                          <m:t>Var</m:t>
                        </m:r>
                        <m:r>
                          <m:rPr>
                            <m:nor/>
                          </m:rPr>
                          <a:rPr lang="en-US" sz="1400" dirty="0"/>
                          <m:t>(</m:t>
                        </m:r>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r>
                          <a:rPr lang="en-US" sz="1400" i="1">
                            <a:latin typeface="Cambria Math" panose="02040503050406030204" pitchFamily="18" charset="0"/>
                          </a:rPr>
                          <m:t>)</m:t>
                        </m:r>
                      </m:num>
                      <m:den>
                        <m:r>
                          <a:rPr lang="en-US" sz="1400" b="0" i="1" smtClean="0">
                            <a:latin typeface="Cambria Math" panose="02040503050406030204" pitchFamily="18" charset="0"/>
                          </a:rPr>
                          <m:t>𝑑</m:t>
                        </m:r>
                        <m:r>
                          <a:rPr lang="en-US" sz="1400" i="1">
                            <a:latin typeface="Cambria Math" panose="02040503050406030204" pitchFamily="18" charset="0"/>
                          </a:rPr>
                          <m:t>𝛽</m:t>
                        </m:r>
                      </m:den>
                    </m:f>
                    <m:r>
                      <a:rPr lang="en-US" sz="1400" b="0" i="1" smtClean="0">
                        <a:latin typeface="Cambria Math" panose="02040503050406030204" pitchFamily="18" charset="0"/>
                      </a:rPr>
                      <m:t> </m:t>
                    </m:r>
                  </m:oMath>
                </a14:m>
                <a:r>
                  <a:rPr lang="en-US" sz="1400" dirty="0"/>
                  <a:t>= 2 </a:t>
                </a:r>
                <a14:m>
                  <m:oMath xmlns:m="http://schemas.openxmlformats.org/officeDocument/2006/math">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Sub>
                    <m:r>
                      <a:rPr lang="en-US" sz="1400" i="1">
                        <a:latin typeface="Cambria Math" panose="02040503050406030204" pitchFamily="18" charset="0"/>
                      </a:rPr>
                      <m:t> </m:t>
                    </m:r>
                    <m:r>
                      <a:rPr lang="en-US" sz="1400" i="1">
                        <a:latin typeface="Cambria Math" panose="02040503050406030204" pitchFamily="18" charset="0"/>
                      </a:rPr>
                      <m:t>𝛽</m:t>
                    </m:r>
                  </m:oMath>
                </a14:m>
                <a:r>
                  <a:rPr lang="en-US" sz="1400" dirty="0"/>
                  <a:t>-2 </a:t>
                </a:r>
                <a14:m>
                  <m:oMath xmlns:m="http://schemas.openxmlformats.org/officeDocument/2006/math">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m:t>
                        </m:r>
                        <m:r>
                          <a:rPr lang="en-US" sz="1400" b="0" i="1" smtClean="0">
                            <a:latin typeface="Cambria Math" panose="02040503050406030204" pitchFamily="18" charset="0"/>
                          </a:rPr>
                          <m:t>𝑌</m:t>
                        </m:r>
                      </m:sub>
                    </m:sSub>
                    <m:r>
                      <a:rPr lang="en-US" sz="1400" b="0" i="1" smtClean="0">
                        <a:latin typeface="Cambria Math" panose="02040503050406030204" pitchFamily="18" charset="0"/>
                      </a:rPr>
                      <m:t>=0</m:t>
                    </m:r>
                  </m:oMath>
                </a14:m>
                <a:endParaRPr lang="en-US" sz="1400" b="0" dirty="0"/>
              </a:p>
              <a:p>
                <a:endParaRPr lang="en-US" sz="1400" dirty="0"/>
              </a:p>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US" sz="1400" i="1">
                              <a:latin typeface="Cambria Math" panose="02040503050406030204" pitchFamily="18" charset="0"/>
                            </a:rPr>
                            <m:t>𝛽</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 </m:t>
                      </m:r>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−1</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Sub>
                    </m:oMath>
                  </m:oMathPara>
                </a14:m>
                <a:endParaRPr lang="en-US" sz="1400" dirty="0"/>
              </a:p>
              <a:p>
                <a:endParaRPr lang="en-US" sz="1400" dirty="0"/>
              </a:p>
              <a:p>
                <a:r>
                  <a:rPr lang="en-US" sz="1400" dirty="0"/>
                  <a:t>Using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𝛽</m:t>
                        </m:r>
                      </m:e>
                      <m:sup>
                        <m:r>
                          <a:rPr lang="en-US" sz="1400" i="1">
                            <a:latin typeface="Cambria Math" panose="02040503050406030204" pitchFamily="18" charset="0"/>
                          </a:rPr>
                          <m:t>∗</m:t>
                        </m:r>
                      </m:sup>
                    </m:sSup>
                    <m:r>
                      <a:rPr lang="en-US" sz="1400" b="0" i="1" smtClean="0">
                        <a:latin typeface="Cambria Math" panose="02040503050406030204" pitchFamily="18" charset="0"/>
                      </a:rPr>
                      <m:t> </m:t>
                    </m:r>
                  </m:oMath>
                </a14:m>
                <a:r>
                  <a:rPr lang="en-US" sz="1400" dirty="0"/>
                  <a:t>in 1 , we get:</a:t>
                </a:r>
              </a:p>
              <a:p>
                <a14:m>
                  <m:oMath xmlns:m="http://schemas.openxmlformats.org/officeDocument/2006/math">
                    <m:r>
                      <a:rPr lang="en-US" sz="1400" i="1">
                        <a:latin typeface="Cambria Math" panose="02040503050406030204" pitchFamily="18" charset="0"/>
                      </a:rPr>
                      <m:t>𝑉𝑎𝑟</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e>
                    </m:d>
                    <m:r>
                      <a:rPr lang="en-US" sz="1400" b="0" i="1" smtClean="0">
                        <a:latin typeface="Cambria Math" panose="02040503050406030204" pitchFamily="18" charset="0"/>
                      </a:rPr>
                      <m:t>=</m:t>
                    </m:r>
                    <m:r>
                      <a:rPr lang="en-US" sz="1400" b="0" i="1" smtClean="0">
                        <a:latin typeface="Cambria Math" panose="02040503050406030204" pitchFamily="18" charset="0"/>
                      </a:rPr>
                      <m:t>𝑉𝑎𝑟</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𝑌</m:t>
                        </m:r>
                      </m:e>
                    </m:d>
                    <m:r>
                      <a:rPr lang="en-US" sz="1400" b="0" i="1" smtClean="0">
                        <a:latin typeface="Cambria Math" panose="02040503050406030204" pitchFamily="18" charset="0"/>
                      </a:rPr>
                      <m:t>+</m:t>
                    </m:r>
                  </m:oMath>
                </a14:m>
                <a:r>
                  <a:rPr lang="en-US" sz="1400" dirty="0"/>
                  <a:t> </a:t>
                </a:r>
                <a14:m>
                  <m:oMath xmlns:m="http://schemas.openxmlformats.org/officeDocument/2006/math">
                    <m:sSubSup>
                      <m:sSubSupPr>
                        <m:ctrlPr>
                          <a:rPr lang="en-US" sz="1400" i="1" smtClean="0">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b="0" i="1" smtClean="0">
                            <a:latin typeface="Cambria Math" panose="02040503050406030204" pitchFamily="18" charset="0"/>
                          </a:rPr>
                          <m:t>𝑋𝑌</m:t>
                        </m:r>
                      </m:sub>
                      <m:sup>
                        <m:r>
                          <a:rPr lang="en-US" sz="1400" b="0" i="1" smtClean="0">
                            <a:latin typeface="Cambria Math" panose="02040503050406030204" pitchFamily="18" charset="0"/>
                          </a:rPr>
                          <m:t>𝑇</m:t>
                        </m:r>
                      </m:sup>
                    </m:sSubSup>
                  </m:oMath>
                </a14:m>
                <a:r>
                  <a:rPr lang="en-US" sz="1400" dirty="0"/>
                  <a:t> </a:t>
                </a:r>
                <a14:m>
                  <m:oMath xmlns:m="http://schemas.openxmlformats.org/officeDocument/2006/math">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m:t>
                        </m:r>
                        <m:r>
                          <a:rPr lang="en-US" sz="1400" b="0" i="1" smtClean="0">
                            <a:latin typeface="Cambria Math" panose="02040503050406030204" pitchFamily="18" charset="0"/>
                          </a:rPr>
                          <m:t>1</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m:t>
                        </m:r>
                        <m:r>
                          <a:rPr lang="en-US" sz="1400" b="0" i="1" smtClean="0">
                            <a:latin typeface="Cambria Math" panose="02040503050406030204" pitchFamily="18" charset="0"/>
                          </a:rPr>
                          <m:t>𝑋</m:t>
                        </m:r>
                      </m:sub>
                    </m:sSub>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m:t>
                        </m:r>
                        <m:r>
                          <a:rPr lang="en-US" sz="1400" b="0" i="1" smtClean="0">
                            <a:latin typeface="Cambria Math" panose="02040503050406030204" pitchFamily="18" charset="0"/>
                          </a:rPr>
                          <m:t>𝑇</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Sub>
                    <m:r>
                      <a:rPr lang="en-US" sz="1400" b="0" i="1" smtClean="0">
                        <a:latin typeface="Cambria Math" panose="02040503050406030204" pitchFamily="18" charset="0"/>
                      </a:rPr>
                      <m:t>−2</m:t>
                    </m:r>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up>
                        <m:r>
                          <a:rPr lang="en-US" sz="1400" i="1">
                            <a:latin typeface="Cambria Math" panose="02040503050406030204" pitchFamily="18" charset="0"/>
                          </a:rPr>
                          <m:t>𝑇</m:t>
                        </m:r>
                      </m:sup>
                    </m:sSubSup>
                    <m:r>
                      <m:rPr>
                        <m:nor/>
                      </m:rPr>
                      <a:rPr lang="en-US" sz="1400" dirty="0"/>
                      <m:t> </m:t>
                    </m:r>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m:t>
                        </m:r>
                        <m:r>
                          <a:rPr lang="en-US" sz="1400" b="0" i="1" smtClean="0">
                            <a:latin typeface="Cambria Math" panose="02040503050406030204" pitchFamily="18" charset="0"/>
                          </a:rPr>
                          <m:t>𝑇</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Sub>
                  </m:oMath>
                </a14:m>
                <a:endParaRPr lang="en-US" sz="1400" dirty="0"/>
              </a:p>
              <a:p>
                <a:endParaRPr lang="en-US" sz="1400" i="1" dirty="0">
                  <a:latin typeface="Cambria Math" panose="02040503050406030204" pitchFamily="18" charset="0"/>
                </a:endParaRPr>
              </a:p>
              <a:p>
                <a14:m>
                  <m:oMath xmlns:m="http://schemas.openxmlformats.org/officeDocument/2006/math">
                    <m:r>
                      <a:rPr lang="en-US" sz="1400" i="1">
                        <a:latin typeface="Cambria Math" panose="02040503050406030204" pitchFamily="18" charset="0"/>
                      </a:rPr>
                      <m:t>𝑉𝑎𝑟</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𝑌</m:t>
                            </m:r>
                          </m:e>
                          <m:sub>
                            <m:r>
                              <a:rPr lang="en-US" sz="1400" i="1">
                                <a:latin typeface="Cambria Math" panose="02040503050406030204" pitchFamily="18" charset="0"/>
                              </a:rPr>
                              <m:t>𝑐𝑣</m:t>
                            </m:r>
                          </m:sub>
                        </m:sSub>
                      </m:e>
                    </m:d>
                    <m:r>
                      <a:rPr lang="en-US" sz="1400" i="1">
                        <a:latin typeface="Cambria Math" panose="02040503050406030204" pitchFamily="18" charset="0"/>
                      </a:rPr>
                      <m:t>=</m:t>
                    </m:r>
                    <m:r>
                      <a:rPr lang="en-US" sz="1400" i="1">
                        <a:latin typeface="Cambria Math" panose="02040503050406030204" pitchFamily="18" charset="0"/>
                      </a:rPr>
                      <m:t>𝑉𝑎𝑟</m:t>
                    </m:r>
                    <m:d>
                      <m:dPr>
                        <m:ctrlPr>
                          <a:rPr lang="en-US" sz="1400" i="1">
                            <a:latin typeface="Cambria Math" panose="02040503050406030204" pitchFamily="18" charset="0"/>
                          </a:rPr>
                        </m:ctrlPr>
                      </m:dPr>
                      <m:e>
                        <m:r>
                          <a:rPr lang="en-US" sz="1400" i="1">
                            <a:latin typeface="Cambria Math" panose="02040503050406030204" pitchFamily="18" charset="0"/>
                          </a:rPr>
                          <m:t>𝑌</m:t>
                        </m:r>
                      </m:e>
                    </m:d>
                    <m:r>
                      <a:rPr lang="en-US" sz="1400" b="0" i="1" smtClean="0">
                        <a:latin typeface="Cambria Math" panose="02040503050406030204" pitchFamily="18" charset="0"/>
                      </a:rPr>
                      <m:t>−</m:t>
                    </m:r>
                  </m:oMath>
                </a14:m>
                <a:r>
                  <a:rPr lang="en-US" sz="1400" dirty="0"/>
                  <a:t> </a:t>
                </a:r>
                <a14:m>
                  <m:oMath xmlns:m="http://schemas.openxmlformats.org/officeDocument/2006/math">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up>
                        <m:r>
                          <a:rPr lang="en-US" sz="1400" i="1">
                            <a:latin typeface="Cambria Math" panose="02040503050406030204" pitchFamily="18" charset="0"/>
                          </a:rPr>
                          <m:t>𝑇</m:t>
                        </m:r>
                      </m:sup>
                    </m:sSubSup>
                  </m:oMath>
                </a14:m>
                <a:r>
                  <a:rPr lang="en-US" sz="1400" dirty="0"/>
                  <a:t> </a:t>
                </a:r>
                <a14:m>
                  <m:oMath xmlns:m="http://schemas.openxmlformats.org/officeDocument/2006/math">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m:t>
                        </m:r>
                        <m:r>
                          <a:rPr lang="en-US" sz="1400" b="0" i="1" smtClean="0">
                            <a:latin typeface="Cambria Math" panose="02040503050406030204" pitchFamily="18" charset="0"/>
                          </a:rPr>
                          <m:t>𝑇</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Sub>
                  </m:oMath>
                </a14:m>
                <a:r>
                  <a:rPr lang="en-US" sz="1400" dirty="0"/>
                  <a:t> = </a:t>
                </a:r>
                <a14:m>
                  <m:oMath xmlns:m="http://schemas.openxmlformats.org/officeDocument/2006/math">
                    <m:r>
                      <a:rPr lang="en-US" sz="1400" i="1">
                        <a:latin typeface="Cambria Math" panose="02040503050406030204" pitchFamily="18" charset="0"/>
                      </a:rPr>
                      <m:t>𝑉𝑎𝑟</m:t>
                    </m:r>
                    <m:d>
                      <m:dPr>
                        <m:ctrlPr>
                          <a:rPr lang="en-US" sz="1400" i="1">
                            <a:latin typeface="Cambria Math" panose="02040503050406030204" pitchFamily="18" charset="0"/>
                          </a:rPr>
                        </m:ctrlPr>
                      </m:dPr>
                      <m:e>
                        <m:r>
                          <a:rPr lang="en-US" sz="1400" i="1">
                            <a:latin typeface="Cambria Math" panose="02040503050406030204" pitchFamily="18" charset="0"/>
                          </a:rPr>
                          <m:t>𝑌</m:t>
                        </m:r>
                      </m:e>
                    </m:d>
                    <m:r>
                      <a:rPr lang="en-US" sz="1400" i="1">
                        <a:latin typeface="Cambria Math" panose="02040503050406030204" pitchFamily="18" charset="0"/>
                      </a:rPr>
                      <m:t>−</m:t>
                    </m:r>
                  </m:oMath>
                </a14:m>
                <a:r>
                  <a:rPr lang="en-US" sz="1400" dirty="0"/>
                  <a:t> </a:t>
                </a:r>
                <a14:m>
                  <m:oMath xmlns:m="http://schemas.openxmlformats.org/officeDocument/2006/math">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up>
                        <m:r>
                          <a:rPr lang="en-US" sz="1400" i="1">
                            <a:latin typeface="Cambria Math" panose="02040503050406030204" pitchFamily="18" charset="0"/>
                          </a:rPr>
                          <m:t>𝑇</m:t>
                        </m:r>
                      </m:sup>
                    </m:sSubSup>
                  </m:oMath>
                </a14:m>
                <a:r>
                  <a:rPr lang="en-US" sz="1400" dirty="0"/>
                  <a:t> </a:t>
                </a:r>
                <a14:m>
                  <m:oMath xmlns:m="http://schemas.openxmlformats.org/officeDocument/2006/math">
                    <m:sSubSup>
                      <m:sSubSupPr>
                        <m:ctrlPr>
                          <a:rPr lang="en-US" sz="1400" i="1">
                            <a:latin typeface="Cambria Math" panose="02040503050406030204" pitchFamily="18" charset="0"/>
                          </a:rPr>
                        </m:ctrlPr>
                      </m:sSubSup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𝑋𝑋</m:t>
                        </m:r>
                      </m:sub>
                      <m:sup>
                        <m:r>
                          <a:rPr lang="en-US" sz="1400" i="1">
                            <a:latin typeface="Cambria Math" panose="02040503050406030204" pitchFamily="18" charset="0"/>
                          </a:rPr>
                          <m:t>−1</m:t>
                        </m:r>
                      </m:sup>
                    </m:sSubSup>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Σ</m:t>
                        </m:r>
                      </m:e>
                      <m:sub>
                        <m:r>
                          <a:rPr lang="en-US" sz="1400" i="1">
                            <a:latin typeface="Cambria Math" panose="02040503050406030204" pitchFamily="18" charset="0"/>
                          </a:rPr>
                          <m:t>𝑋𝑌</m:t>
                        </m:r>
                      </m:sub>
                    </m:sSub>
                  </m:oMath>
                </a14:m>
                <a:endParaRPr lang="en-US" sz="1400" dirty="0"/>
              </a:p>
            </p:txBody>
          </p:sp>
        </mc:Choice>
        <mc:Fallback xmlns="">
          <p:sp>
            <p:nvSpPr>
              <p:cNvPr id="22" name="TextBox 21">
                <a:extLst>
                  <a:ext uri="{FF2B5EF4-FFF2-40B4-BE49-F238E27FC236}">
                    <a16:creationId xmlns:a16="http://schemas.microsoft.com/office/drawing/2014/main" id="{231825C5-6A84-0A2B-D0FA-3313ABF47EFE}"/>
                  </a:ext>
                </a:extLst>
              </p:cNvPr>
              <p:cNvSpPr txBox="1">
                <a:spLocks noRot="1" noChangeAspect="1" noMove="1" noResize="1" noEditPoints="1" noAdjustHandles="1" noChangeArrowheads="1" noChangeShapeType="1" noTextEdit="1"/>
              </p:cNvSpPr>
              <p:nvPr/>
            </p:nvSpPr>
            <p:spPr>
              <a:xfrm>
                <a:off x="216516" y="1151029"/>
                <a:ext cx="5169569" cy="4315477"/>
              </a:xfrm>
              <a:prstGeom prst="rect">
                <a:avLst/>
              </a:prstGeom>
              <a:blipFill>
                <a:blip r:embed="rId9"/>
                <a:stretch>
                  <a:fillRect l="-235" b="-986"/>
                </a:stretch>
              </a:blipFill>
              <a:ln>
                <a:solidFill>
                  <a:schemeClr val="tx1"/>
                </a:solidFill>
              </a:ln>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2BB56D78-63C1-80B3-E90C-61E2EEDDE84A}"/>
              </a:ext>
            </a:extLst>
          </p:cNvPr>
          <p:cNvCxnSpPr>
            <a:cxnSpLocks/>
          </p:cNvCxnSpPr>
          <p:nvPr/>
        </p:nvCxnSpPr>
        <p:spPr>
          <a:xfrm flipV="1">
            <a:off x="1513874" y="1508234"/>
            <a:ext cx="393032" cy="4031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03EF84-016E-4FE1-BC72-4EAB538DECEC}"/>
              </a:ext>
            </a:extLst>
          </p:cNvPr>
          <p:cNvCxnSpPr/>
          <p:nvPr/>
        </p:nvCxnSpPr>
        <p:spPr>
          <a:xfrm>
            <a:off x="7293142" y="2070235"/>
            <a:ext cx="1586163" cy="0"/>
          </a:xfrm>
          <a:prstGeom prst="line">
            <a:avLst/>
          </a:prstGeom>
          <a:ln w="28575">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302EE33-6F74-2496-AFB2-EA190150B712}"/>
              </a:ext>
            </a:extLst>
          </p:cNvPr>
          <p:cNvCxnSpPr/>
          <p:nvPr/>
        </p:nvCxnSpPr>
        <p:spPr>
          <a:xfrm>
            <a:off x="9326479" y="2254719"/>
            <a:ext cx="1586163" cy="0"/>
          </a:xfrm>
          <a:prstGeom prst="line">
            <a:avLst/>
          </a:prstGeom>
          <a:ln w="28575">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06347D2-4458-09A8-7BB4-D5ECA8254367}"/>
              </a:ext>
            </a:extLst>
          </p:cNvPr>
          <p:cNvCxnSpPr>
            <a:cxnSpLocks/>
          </p:cNvCxnSpPr>
          <p:nvPr/>
        </p:nvCxnSpPr>
        <p:spPr>
          <a:xfrm>
            <a:off x="7385383" y="3401729"/>
            <a:ext cx="3861598" cy="0"/>
          </a:xfrm>
          <a:prstGeom prst="line">
            <a:avLst/>
          </a:prstGeom>
          <a:ln w="28575">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771A0AC-2723-E680-68A5-7243A7E08712}"/>
              </a:ext>
            </a:extLst>
          </p:cNvPr>
          <p:cNvCxnSpPr>
            <a:cxnSpLocks/>
          </p:cNvCxnSpPr>
          <p:nvPr/>
        </p:nvCxnSpPr>
        <p:spPr>
          <a:xfrm flipV="1">
            <a:off x="2459856" y="4597150"/>
            <a:ext cx="387567" cy="3868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CE2C40F-0F2A-137B-AD18-0AE59C8DFAE7}"/>
              </a:ext>
            </a:extLst>
          </p:cNvPr>
          <p:cNvSpPr txBox="1"/>
          <p:nvPr/>
        </p:nvSpPr>
        <p:spPr>
          <a:xfrm>
            <a:off x="2801300" y="4363665"/>
            <a:ext cx="166437" cy="369332"/>
          </a:xfrm>
          <a:prstGeom prst="rect">
            <a:avLst/>
          </a:prstGeom>
          <a:noFill/>
        </p:spPr>
        <p:txBody>
          <a:bodyPr wrap="square" rtlCol="0">
            <a:spAutoFit/>
          </a:bodyPr>
          <a:lstStyle/>
          <a:p>
            <a:r>
              <a:rPr lang="en-US" dirty="0"/>
              <a:t>I</a:t>
            </a:r>
          </a:p>
        </p:txBody>
      </p:sp>
      <p:cxnSp>
        <p:nvCxnSpPr>
          <p:cNvPr id="36" name="Straight Arrow Connector 35">
            <a:extLst>
              <a:ext uri="{FF2B5EF4-FFF2-40B4-BE49-F238E27FC236}">
                <a16:creationId xmlns:a16="http://schemas.microsoft.com/office/drawing/2014/main" id="{C6C440CD-BD50-ED60-7671-7CD9E500E47D}"/>
              </a:ext>
            </a:extLst>
          </p:cNvPr>
          <p:cNvCxnSpPr>
            <a:cxnSpLocks/>
          </p:cNvCxnSpPr>
          <p:nvPr/>
        </p:nvCxnSpPr>
        <p:spPr>
          <a:xfrm>
            <a:off x="2459856" y="5423649"/>
            <a:ext cx="167440" cy="3573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5B303E6-94A5-3DF3-EC1B-6F38ABFF2809}"/>
                  </a:ext>
                </a:extLst>
              </p:cNvPr>
              <p:cNvSpPr txBox="1"/>
              <p:nvPr/>
            </p:nvSpPr>
            <p:spPr>
              <a:xfrm>
                <a:off x="2324049" y="5877880"/>
                <a:ext cx="2697081" cy="369332"/>
              </a:xfrm>
              <a:prstGeom prst="rect">
                <a:avLst/>
              </a:prstGeom>
              <a:noFill/>
              <a:ln>
                <a:solidFill>
                  <a:srgbClr val="00B0F0"/>
                </a:solidFill>
              </a:ln>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𝑋</m:t>
                        </m:r>
                        <m:r>
                          <a:rPr lang="en-US" b="0" i="1" smtClean="0">
                            <a:latin typeface="Cambria Math" panose="02040503050406030204" pitchFamily="18" charset="0"/>
                          </a:rPr>
                          <m:t>𝑋</m:t>
                        </m:r>
                        <m:r>
                          <a:rPr lang="en-US" b="0" i="1" smtClean="0">
                            <a:latin typeface="Cambria Math" panose="02040503050406030204" pitchFamily="18" charset="0"/>
                          </a:rPr>
                          <m:t> </m:t>
                        </m:r>
                      </m:sub>
                    </m:sSub>
                  </m:oMath>
                </a14:m>
                <a:r>
                  <a:rPr lang="en-US" dirty="0"/>
                  <a:t>is positive semi-definite</a:t>
                </a:r>
              </a:p>
            </p:txBody>
          </p:sp>
        </mc:Choice>
        <mc:Fallback xmlns="">
          <p:sp>
            <p:nvSpPr>
              <p:cNvPr id="38" name="TextBox 37">
                <a:extLst>
                  <a:ext uri="{FF2B5EF4-FFF2-40B4-BE49-F238E27FC236}">
                    <a16:creationId xmlns:a16="http://schemas.microsoft.com/office/drawing/2014/main" id="{55B303E6-94A5-3DF3-EC1B-6F38ABFF2809}"/>
                  </a:ext>
                </a:extLst>
              </p:cNvPr>
              <p:cNvSpPr txBox="1">
                <a:spLocks noRot="1" noChangeAspect="1" noMove="1" noResize="1" noEditPoints="1" noAdjustHandles="1" noChangeArrowheads="1" noChangeShapeType="1" noTextEdit="1"/>
              </p:cNvSpPr>
              <p:nvPr/>
            </p:nvSpPr>
            <p:spPr>
              <a:xfrm>
                <a:off x="2324049" y="5877880"/>
                <a:ext cx="2697081" cy="369332"/>
              </a:xfrm>
              <a:prstGeom prst="rect">
                <a:avLst/>
              </a:prstGeom>
              <a:blipFill>
                <a:blip r:embed="rId10"/>
                <a:stretch>
                  <a:fillRect t="-6349" r="-1573" b="-22222"/>
                </a:stretch>
              </a:blipFill>
              <a:ln>
                <a:solidFill>
                  <a:srgbClr val="00B0F0"/>
                </a:solidFill>
              </a:ln>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821B7D90-43EF-E724-CF83-D9BAFEB05822}"/>
              </a:ext>
            </a:extLst>
          </p:cNvPr>
          <p:cNvCxnSpPr>
            <a:cxnSpLocks/>
          </p:cNvCxnSpPr>
          <p:nvPr/>
        </p:nvCxnSpPr>
        <p:spPr>
          <a:xfrm>
            <a:off x="4786916" y="5314805"/>
            <a:ext cx="948137" cy="1786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4E615D2-7AB8-AAE9-75A2-B64C4DE4B133}"/>
              </a:ext>
            </a:extLst>
          </p:cNvPr>
          <p:cNvSpPr txBox="1"/>
          <p:nvPr/>
        </p:nvSpPr>
        <p:spPr>
          <a:xfrm>
            <a:off x="5556584" y="5554714"/>
            <a:ext cx="1433763" cy="369332"/>
          </a:xfrm>
          <a:prstGeom prst="rect">
            <a:avLst/>
          </a:prstGeom>
          <a:noFill/>
          <a:ln>
            <a:solidFill>
              <a:srgbClr val="00B0F0"/>
            </a:solidFill>
          </a:ln>
        </p:spPr>
        <p:txBody>
          <a:bodyPr wrap="square" rtlCol="0">
            <a:spAutoFit/>
          </a:bodyPr>
          <a:lstStyle/>
          <a:p>
            <a:r>
              <a:rPr lang="en-US" dirty="0"/>
              <a:t>Non-negative</a:t>
            </a:r>
          </a:p>
        </p:txBody>
      </p:sp>
      <p:sp>
        <p:nvSpPr>
          <p:cNvPr id="46" name="Speech Bubble: Rectangle 45">
            <a:extLst>
              <a:ext uri="{FF2B5EF4-FFF2-40B4-BE49-F238E27FC236}">
                <a16:creationId xmlns:a16="http://schemas.microsoft.com/office/drawing/2014/main" id="{F6201D34-E088-B543-8311-EFE2967B7E0F}"/>
              </a:ext>
            </a:extLst>
          </p:cNvPr>
          <p:cNvSpPr/>
          <p:nvPr/>
        </p:nvSpPr>
        <p:spPr>
          <a:xfrm>
            <a:off x="7066547" y="1151029"/>
            <a:ext cx="4535906" cy="4198737"/>
          </a:xfrm>
          <a:prstGeom prst="wedgeRectCallout">
            <a:avLst>
              <a:gd name="adj1" fmla="val -44971"/>
              <a:gd name="adj2" fmla="val 5724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154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91F1B-3F11-12A6-6B05-679638041D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C7F139-788A-59E6-A21D-1A60FD853CF6}"/>
                  </a:ext>
                </a:extLst>
              </p:cNvPr>
              <p:cNvSpPr txBox="1"/>
              <p:nvPr/>
            </p:nvSpPr>
            <p:spPr>
              <a:xfrm>
                <a:off x="72190" y="2308938"/>
                <a:ext cx="8919410" cy="1782924"/>
              </a:xfrm>
              <a:prstGeom prst="rect">
                <a:avLst/>
              </a:prstGeom>
              <a:noFill/>
            </p:spPr>
            <p:txBody>
              <a:bodyPr wrap="square" rtlCol="0">
                <a:spAutoFit/>
              </a:bodyPr>
              <a:lstStyle/>
              <a:p>
                <a:r>
                  <a:rPr lang="en-US" dirty="0"/>
                  <a:t>CV used are as follows:</a:t>
                </a:r>
              </a:p>
              <a:p>
                <a:r>
                  <a:rPr lang="en-US" dirty="0"/>
                  <a:t>1) European Call option -  Payout = Max(</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,0)</m:t>
                    </m:r>
                    <m:r>
                      <m:rPr>
                        <m:nor/>
                      </m:rPr>
                      <a:rPr lang="en-US" b="0" i="0" smtClean="0">
                        <a:latin typeface="Cambria Math" panose="02040503050406030204" pitchFamily="18" charset="0"/>
                      </a:rPr>
                      <m:t>        </m:t>
                    </m:r>
                    <m:r>
                      <m:rPr>
                        <m:nor/>
                      </m:rPr>
                      <a:rPr lang="en-US" dirty="0"/>
                      <m:t>E</m:t>
                    </m:r>
                    <m:r>
                      <m:rPr>
                        <m:nor/>
                      </m:rPr>
                      <a:rPr lang="en-US" dirty="0"/>
                      <m:t>[</m:t>
                    </m:r>
                    <m:r>
                      <m:rPr>
                        <m:nor/>
                      </m:rPr>
                      <a:rPr lang="en-US" dirty="0"/>
                      <m:t>Payout</m:t>
                    </m:r>
                    <m:r>
                      <m:rPr>
                        <m:nor/>
                      </m:rPr>
                      <a:rPr lang="en-US" dirty="0"/>
                      <m:t>]= </m:t>
                    </m:r>
                    <m:r>
                      <a:rPr lang="en-US" b="0" i="1" dirty="0" smtClean="0">
                        <a:latin typeface="Cambria Math" panose="02040503050406030204" pitchFamily="18" charset="0"/>
                      </a:rPr>
                      <m:t>𝐾</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𝑟𝑇</m:t>
                        </m:r>
                      </m:sup>
                    </m:sSup>
                    <m:r>
                      <a:rPr lang="en-US" i="1">
                        <a:latin typeface="Cambria Math" panose="02040503050406030204" pitchFamily="18" charset="0"/>
                      </a:rPr>
                      <m:t>𝜙</m:t>
                    </m:r>
                    <m:d>
                      <m:dPr>
                        <m:ctrlPr>
                          <a:rPr lang="en-US" i="1">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𝑑</m:t>
                        </m:r>
                        <m:r>
                          <a:rPr lang="en-US" b="0" i="1" smtClean="0">
                            <a:latin typeface="Cambria Math" panose="02040503050406030204" pitchFamily="18" charset="0"/>
                          </a:rPr>
                          <m:t>2</m:t>
                        </m:r>
                      </m:e>
                    </m:d>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r>
                      <a:rPr lang="en-US" i="1">
                        <a:latin typeface="Cambria Math" panose="02040503050406030204" pitchFamily="18" charset="0"/>
                      </a:rPr>
                      <m:t>𝜙</m:t>
                    </m:r>
                    <m:r>
                      <a:rPr lang="en-US" i="1">
                        <a:latin typeface="Cambria Math" panose="02040503050406030204" pitchFamily="18" charset="0"/>
                      </a:rPr>
                      <m:t>(−</m:t>
                    </m:r>
                    <m:r>
                      <a:rPr lang="en-US" i="1">
                        <a:latin typeface="Cambria Math" panose="02040503050406030204" pitchFamily="18" charset="0"/>
                      </a:rPr>
                      <m:t>𝑑</m:t>
                    </m:r>
                    <m:r>
                      <a:rPr lang="en-US" b="0" i="1" smtClean="0">
                        <a:latin typeface="Cambria Math" panose="02040503050406030204" pitchFamily="18" charset="0"/>
                      </a:rPr>
                      <m:t>1</m:t>
                    </m:r>
                    <m:r>
                      <a:rPr lang="en-US" i="1">
                        <a:latin typeface="Cambria Math" panose="02040503050406030204" pitchFamily="18" charset="0"/>
                      </a:rPr>
                      <m:t>)</m:t>
                    </m:r>
                  </m:oMath>
                </a14:m>
                <a:endParaRPr lang="en-US" dirty="0"/>
              </a:p>
              <a:p>
                <a:r>
                  <a:rPr lang="en-US" dirty="0"/>
                  <a:t>2) European Put option -  Payout = Max(</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𝑇</m:t>
                        </m:r>
                      </m:sub>
                    </m:sSub>
                    <m:r>
                      <a:rPr lang="en-US" i="1">
                        <a:latin typeface="Cambria Math" panose="02040503050406030204" pitchFamily="18" charset="0"/>
                      </a:rPr>
                      <m:t>,0)</m:t>
                    </m:r>
                    <m:r>
                      <a:rPr lang="en-US" b="0" i="1" smtClean="0">
                        <a:latin typeface="Cambria Math" panose="02040503050406030204" pitchFamily="18" charset="0"/>
                      </a:rPr>
                      <m:t>         </m:t>
                    </m:r>
                    <m:r>
                      <m:rPr>
                        <m:nor/>
                      </m:rPr>
                      <a:rPr lang="en-US" dirty="0"/>
                      <m:t>E</m:t>
                    </m:r>
                    <m:r>
                      <m:rPr>
                        <m:nor/>
                      </m:rPr>
                      <a:rPr lang="en-US" dirty="0"/>
                      <m:t>[</m:t>
                    </m:r>
                    <m:r>
                      <m:rPr>
                        <m:nor/>
                      </m:rPr>
                      <a:rPr lang="en-US" dirty="0"/>
                      <m:t>Payout</m:t>
                    </m:r>
                    <m:r>
                      <m:rPr>
                        <m:nor/>
                      </m:rPr>
                      <a:rPr lang="en-US" dirty="0"/>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𝑑</m:t>
                        </m:r>
                        <m:r>
                          <a:rPr lang="en-US" b="0" i="1" smtClean="0">
                            <a:latin typeface="Cambria Math" panose="02040503050406030204" pitchFamily="18" charset="0"/>
                          </a:rPr>
                          <m:t>1</m:t>
                        </m:r>
                      </m:e>
                    </m:d>
                  </m:oMath>
                </a14:m>
                <a:r>
                  <a:rPr lang="en-US" dirty="0"/>
                  <a:t>-K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𝑟𝑇</m:t>
                        </m:r>
                      </m:sup>
                    </m:sSup>
                    <m:r>
                      <a:rPr lang="en-US" b="0" i="1" smtClean="0">
                        <a:latin typeface="Cambria Math" panose="02040503050406030204" pitchFamily="18" charset="0"/>
                      </a:rPr>
                      <m:t> </m:t>
                    </m:r>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2)</m:t>
                    </m:r>
                  </m:oMath>
                </a14:m>
                <a:endParaRPr lang="en-US" dirty="0"/>
              </a:p>
              <a:p>
                <a:r>
                  <a:rPr lang="en-US" dirty="0"/>
                  <a:t>3) Discounted Terminal Price - Payout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𝑇</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𝑟𝑇</m:t>
                        </m:r>
                      </m:sup>
                    </m:sSup>
                  </m:oMath>
                </a14:m>
                <a:r>
                  <a:rPr lang="en-US" dirty="0"/>
                  <a:t>	          E[Payout]=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𝑑</m:t>
                        </m:r>
                        <m:r>
                          <a:rPr lang="en-US" i="1">
                            <a:latin typeface="Cambria Math" panose="02040503050406030204" pitchFamily="18" charset="0"/>
                          </a:rPr>
                          <m:t>𝑇</m:t>
                        </m:r>
                      </m:sup>
                    </m:sSup>
                  </m:oMath>
                </a14:m>
                <a:endParaRPr lang="en-US" dirty="0"/>
              </a:p>
              <a:p>
                <a:endParaRPr lang="en-US" dirty="0"/>
              </a:p>
              <a:p>
                <a:endParaRPr lang="en-US" dirty="0"/>
              </a:p>
            </p:txBody>
          </p:sp>
        </mc:Choice>
        <mc:Fallback xmlns="">
          <p:sp>
            <p:nvSpPr>
              <p:cNvPr id="5" name="TextBox 4">
                <a:extLst>
                  <a:ext uri="{FF2B5EF4-FFF2-40B4-BE49-F238E27FC236}">
                    <a16:creationId xmlns:a16="http://schemas.microsoft.com/office/drawing/2014/main" id="{54C7F139-788A-59E6-A21D-1A60FD853CF6}"/>
                  </a:ext>
                </a:extLst>
              </p:cNvPr>
              <p:cNvSpPr txBox="1">
                <a:spLocks noRot="1" noChangeAspect="1" noMove="1" noResize="1" noEditPoints="1" noAdjustHandles="1" noChangeArrowheads="1" noChangeShapeType="1" noTextEdit="1"/>
              </p:cNvSpPr>
              <p:nvPr/>
            </p:nvSpPr>
            <p:spPr>
              <a:xfrm>
                <a:off x="72190" y="2308938"/>
                <a:ext cx="8919410" cy="1782924"/>
              </a:xfrm>
              <a:prstGeom prst="rect">
                <a:avLst/>
              </a:prstGeom>
              <a:blipFill>
                <a:blip r:embed="rId2"/>
                <a:stretch>
                  <a:fillRect l="-615" t="-2055" r="-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287A11F-37C3-6197-BCEE-DEC74954895A}"/>
                  </a:ext>
                </a:extLst>
              </p:cNvPr>
              <p:cNvSpPr txBox="1"/>
              <p:nvPr/>
            </p:nvSpPr>
            <p:spPr>
              <a:xfrm>
                <a:off x="9300410" y="2562237"/>
                <a:ext cx="2638926" cy="916598"/>
              </a:xfrm>
              <a:prstGeom prst="rect">
                <a:avLst/>
              </a:prstGeom>
              <a:noFill/>
              <a:ln>
                <a:solidFill>
                  <a:schemeClr val="tx1"/>
                </a:solidFill>
              </a:ln>
            </p:spPr>
            <p:txBody>
              <a:bodyPr wrap="square" rtlCol="0">
                <a:spAutoFit/>
              </a:bodyPr>
              <a:lstStyle/>
              <a:p>
                <a:pPr algn="ctr"/>
                <a:r>
                  <a:rPr lang="en-US" dirty="0"/>
                  <a:t>d1= </a:t>
                </a:r>
                <a14:m>
                  <m:oMath xmlns:m="http://schemas.openxmlformats.org/officeDocument/2006/math">
                    <m:f>
                      <m:fPr>
                        <m:ctrlPr>
                          <a:rPr lang="en-US" b="0" i="1" smtClean="0">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num>
                              <m:den>
                                <m:r>
                                  <a:rPr lang="en-US" i="1">
                                    <a:latin typeface="Cambria Math" panose="02040503050406030204" pitchFamily="18" charset="0"/>
                                  </a:rPr>
                                  <m:t>𝐾</m:t>
                                </m:r>
                              </m:den>
                            </m:f>
                            <m:r>
                              <a:rPr lang="en-US" i="1">
                                <a:latin typeface="Cambria Math" panose="02040503050406030204" pitchFamily="18" charset="0"/>
                              </a:rPr>
                              <m:t>)</m:t>
                            </m:r>
                          </m:e>
                        </m:fun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+0.5∗</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e>
                        </m:d>
                        <m:r>
                          <a:rPr lang="en-US" i="1">
                            <a:latin typeface="Cambria Math" panose="02040503050406030204" pitchFamily="18" charset="0"/>
                          </a:rPr>
                          <m:t>𝑇</m:t>
                        </m:r>
                      </m:num>
                      <m:den>
                        <m:r>
                          <a:rPr lang="en-US" b="0" i="1" smtClean="0">
                            <a:latin typeface="Cambria Math" panose="02040503050406030204" pitchFamily="18" charset="0"/>
                          </a:rPr>
                          <m:t>𝑇</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𝜎</m:t>
                            </m:r>
                          </m:e>
                        </m:rad>
                      </m:den>
                    </m:f>
                  </m:oMath>
                </a14:m>
                <a:endParaRPr lang="en-US" dirty="0"/>
              </a:p>
              <a:p>
                <a:pPr algn="ctr"/>
                <a:r>
                  <a:rPr lang="en-US" dirty="0"/>
                  <a:t>d2= d1- </a:t>
                </a:r>
                <a14:m>
                  <m:oMath xmlns:m="http://schemas.openxmlformats.org/officeDocument/2006/math">
                    <m:r>
                      <a:rPr lang="en-US" i="1">
                        <a:latin typeface="Cambria Math" panose="02040503050406030204" pitchFamily="18" charset="0"/>
                      </a:rPr>
                      <m:t>𝑇</m:t>
                    </m:r>
                    <m:rad>
                      <m:radPr>
                        <m:degHide m:val="on"/>
                        <m:ctrlPr>
                          <a:rPr lang="en-US" i="1">
                            <a:latin typeface="Cambria Math" panose="02040503050406030204" pitchFamily="18" charset="0"/>
                          </a:rPr>
                        </m:ctrlPr>
                      </m:radPr>
                      <m:deg/>
                      <m:e>
                        <m:r>
                          <a:rPr lang="en-US" i="1">
                            <a:latin typeface="Cambria Math" panose="02040503050406030204" pitchFamily="18" charset="0"/>
                          </a:rPr>
                          <m:t>𝜎</m:t>
                        </m:r>
                      </m:e>
                    </m:rad>
                  </m:oMath>
                </a14:m>
                <a:endParaRPr lang="en-US" dirty="0"/>
              </a:p>
            </p:txBody>
          </p:sp>
        </mc:Choice>
        <mc:Fallback xmlns="">
          <p:sp>
            <p:nvSpPr>
              <p:cNvPr id="55" name="TextBox 54">
                <a:extLst>
                  <a:ext uri="{FF2B5EF4-FFF2-40B4-BE49-F238E27FC236}">
                    <a16:creationId xmlns:a16="http://schemas.microsoft.com/office/drawing/2014/main" id="{0287A11F-37C3-6197-BCEE-DEC74954895A}"/>
                  </a:ext>
                </a:extLst>
              </p:cNvPr>
              <p:cNvSpPr txBox="1">
                <a:spLocks noRot="1" noChangeAspect="1" noMove="1" noResize="1" noEditPoints="1" noAdjustHandles="1" noChangeArrowheads="1" noChangeShapeType="1" noTextEdit="1"/>
              </p:cNvSpPr>
              <p:nvPr/>
            </p:nvSpPr>
            <p:spPr>
              <a:xfrm>
                <a:off x="9300410" y="2562237"/>
                <a:ext cx="2638926" cy="916598"/>
              </a:xfrm>
              <a:prstGeom prst="rect">
                <a:avLst/>
              </a:prstGeom>
              <a:blipFill>
                <a:blip r:embed="rId3"/>
                <a:stretch>
                  <a:fillRect l="-230" b="-9150"/>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863C701-E531-9EA3-B84B-EC9ACE40D044}"/>
                  </a:ext>
                </a:extLst>
              </p:cNvPr>
              <p:cNvSpPr txBox="1"/>
              <p:nvPr/>
            </p:nvSpPr>
            <p:spPr>
              <a:xfrm>
                <a:off x="112296" y="47342"/>
                <a:ext cx="8919410" cy="2313262"/>
              </a:xfrm>
              <a:prstGeom prst="rect">
                <a:avLst/>
              </a:prstGeom>
              <a:noFill/>
            </p:spPr>
            <p:txBody>
              <a:bodyPr wrap="square" rtlCol="0">
                <a:spAutoFit/>
              </a:bodyPr>
              <a:lstStyle/>
              <a:p>
                <a:r>
                  <a:rPr lang="en-US" dirty="0"/>
                  <a:t>Steps to perform Control Variate:</a:t>
                </a:r>
              </a:p>
              <a:p>
                <a:r>
                  <a:rPr lang="en-US" dirty="0"/>
                  <a:t>1) Simulate the target variable Y which would have its variance reduced after applying CV.</a:t>
                </a:r>
              </a:p>
              <a:p>
                <a:r>
                  <a:rPr lang="en-US" dirty="0"/>
                  <a:t>2) Construct a Matrice X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𝑁𝑋𝑘</m:t>
                        </m:r>
                      </m:sup>
                    </m:sSup>
                  </m:oMath>
                </a14:m>
                <a:r>
                  <a:rPr lang="en-US" dirty="0"/>
                  <a:t> and their expected values EX </a:t>
                </a:r>
              </a:p>
              <a:p>
                <a:r>
                  <a:rPr lang="en-US" dirty="0"/>
                  <a:t>3) Center X and Y to obtain X’ and Y’ respectively. Perform least square regression to get the beta.</a:t>
                </a:r>
              </a:p>
              <a:p>
                <a:r>
                  <a:rPr lang="en-US" dirty="0"/>
                  <a:t>4) Compute X-E[X] and get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𝐶𝑉</m:t>
                        </m:r>
                      </m:sub>
                    </m:sSub>
                  </m:oMath>
                </a14:m>
                <a:r>
                  <a:rPr lang="en-US" dirty="0"/>
                  <a:t>.</a:t>
                </a:r>
              </a:p>
              <a:p>
                <a:r>
                  <a:rPr lang="en-US" dirty="0"/>
                  <a:t>5) Compute Mean, Var and SE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𝐶𝑉</m:t>
                        </m:r>
                      </m:sub>
                    </m:sSub>
                  </m:oMath>
                </a14:m>
                <a:r>
                  <a:rPr lang="en-US" dirty="0"/>
                  <a:t>.</a:t>
                </a:r>
              </a:p>
              <a:p>
                <a:endParaRPr lang="en-US" dirty="0"/>
              </a:p>
            </p:txBody>
          </p:sp>
        </mc:Choice>
        <mc:Fallback xmlns="">
          <p:sp>
            <p:nvSpPr>
              <p:cNvPr id="56" name="TextBox 55">
                <a:extLst>
                  <a:ext uri="{FF2B5EF4-FFF2-40B4-BE49-F238E27FC236}">
                    <a16:creationId xmlns:a16="http://schemas.microsoft.com/office/drawing/2014/main" id="{0863C701-E531-9EA3-B84B-EC9ACE40D044}"/>
                  </a:ext>
                </a:extLst>
              </p:cNvPr>
              <p:cNvSpPr txBox="1">
                <a:spLocks noRot="1" noChangeAspect="1" noMove="1" noResize="1" noEditPoints="1" noAdjustHandles="1" noChangeArrowheads="1" noChangeShapeType="1" noTextEdit="1"/>
              </p:cNvSpPr>
              <p:nvPr/>
            </p:nvSpPr>
            <p:spPr>
              <a:xfrm>
                <a:off x="112296" y="47342"/>
                <a:ext cx="8919410" cy="2313262"/>
              </a:xfrm>
              <a:prstGeom prst="rect">
                <a:avLst/>
              </a:prstGeom>
              <a:blipFill>
                <a:blip r:embed="rId4"/>
                <a:stretch>
                  <a:fillRect l="-546" t="-1583"/>
                </a:stretch>
              </a:blipFill>
            </p:spPr>
            <p:txBody>
              <a:bodyPr/>
              <a:lstStyle/>
              <a:p>
                <a:r>
                  <a:rPr lang="en-US">
                    <a:noFill/>
                  </a:rPr>
                  <a:t> </a:t>
                </a:r>
              </a:p>
            </p:txBody>
          </p:sp>
        </mc:Fallback>
      </mc:AlternateContent>
      <p:pic>
        <p:nvPicPr>
          <p:cNvPr id="58" name="Picture 57">
            <a:extLst>
              <a:ext uri="{FF2B5EF4-FFF2-40B4-BE49-F238E27FC236}">
                <a16:creationId xmlns:a16="http://schemas.microsoft.com/office/drawing/2014/main" id="{AE0B0633-0EF0-990C-6431-95E19F1292E8}"/>
              </a:ext>
            </a:extLst>
          </p:cNvPr>
          <p:cNvPicPr>
            <a:picLocks noChangeAspect="1"/>
          </p:cNvPicPr>
          <p:nvPr/>
        </p:nvPicPr>
        <p:blipFill>
          <a:blip r:embed="rId5"/>
          <a:stretch>
            <a:fillRect/>
          </a:stretch>
        </p:blipFill>
        <p:spPr>
          <a:xfrm>
            <a:off x="2302042" y="3691936"/>
            <a:ext cx="5613428" cy="2614863"/>
          </a:xfrm>
          <a:prstGeom prst="rect">
            <a:avLst/>
          </a:prstGeom>
        </p:spPr>
      </p:pic>
      <p:cxnSp>
        <p:nvCxnSpPr>
          <p:cNvPr id="60" name="Straight Arrow Connector 59">
            <a:extLst>
              <a:ext uri="{FF2B5EF4-FFF2-40B4-BE49-F238E27FC236}">
                <a16:creationId xmlns:a16="http://schemas.microsoft.com/office/drawing/2014/main" id="{EE970F2B-0678-D1A4-2009-16472C1A2E50}"/>
              </a:ext>
            </a:extLst>
          </p:cNvPr>
          <p:cNvCxnSpPr/>
          <p:nvPr/>
        </p:nvCxnSpPr>
        <p:spPr>
          <a:xfrm flipH="1">
            <a:off x="2141621" y="3870158"/>
            <a:ext cx="2085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0853D08-C0C1-BDCA-9C33-0D79E63DB454}"/>
              </a:ext>
            </a:extLst>
          </p:cNvPr>
          <p:cNvSpPr txBox="1"/>
          <p:nvPr/>
        </p:nvSpPr>
        <p:spPr>
          <a:xfrm>
            <a:off x="1339516" y="3747047"/>
            <a:ext cx="882316" cy="246221"/>
          </a:xfrm>
          <a:prstGeom prst="rect">
            <a:avLst/>
          </a:prstGeom>
          <a:noFill/>
        </p:spPr>
        <p:txBody>
          <a:bodyPr wrap="square" rtlCol="0">
            <a:spAutoFit/>
          </a:bodyPr>
          <a:lstStyle/>
          <a:p>
            <a:r>
              <a:rPr lang="en-US" sz="1000" dirty="0"/>
              <a:t>VMC payout</a:t>
            </a:r>
          </a:p>
        </p:txBody>
      </p:sp>
      <p:sp>
        <p:nvSpPr>
          <p:cNvPr id="62" name="Left Brace 61">
            <a:extLst>
              <a:ext uri="{FF2B5EF4-FFF2-40B4-BE49-F238E27FC236}">
                <a16:creationId xmlns:a16="http://schemas.microsoft.com/office/drawing/2014/main" id="{4F3AC8FC-A54D-1B7F-C687-73D167AD7517}"/>
              </a:ext>
            </a:extLst>
          </p:cNvPr>
          <p:cNvSpPr/>
          <p:nvPr/>
        </p:nvSpPr>
        <p:spPr>
          <a:xfrm>
            <a:off x="2225842" y="4091862"/>
            <a:ext cx="76200" cy="5683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Left Brace 62">
            <a:extLst>
              <a:ext uri="{FF2B5EF4-FFF2-40B4-BE49-F238E27FC236}">
                <a16:creationId xmlns:a16="http://schemas.microsoft.com/office/drawing/2014/main" id="{C032E479-D78C-D60D-B20E-2DE6869CD19C}"/>
              </a:ext>
            </a:extLst>
          </p:cNvPr>
          <p:cNvSpPr/>
          <p:nvPr/>
        </p:nvSpPr>
        <p:spPr>
          <a:xfrm>
            <a:off x="2207794" y="4823467"/>
            <a:ext cx="76200" cy="5683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Left Brace 63">
            <a:extLst>
              <a:ext uri="{FF2B5EF4-FFF2-40B4-BE49-F238E27FC236}">
                <a16:creationId xmlns:a16="http://schemas.microsoft.com/office/drawing/2014/main" id="{3EC6BCAA-72EE-CDD3-EA0D-3D02077A2020}"/>
              </a:ext>
            </a:extLst>
          </p:cNvPr>
          <p:cNvSpPr/>
          <p:nvPr/>
        </p:nvSpPr>
        <p:spPr>
          <a:xfrm>
            <a:off x="2216818" y="5565103"/>
            <a:ext cx="76200" cy="5683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TextBox 64">
            <a:extLst>
              <a:ext uri="{FF2B5EF4-FFF2-40B4-BE49-F238E27FC236}">
                <a16:creationId xmlns:a16="http://schemas.microsoft.com/office/drawing/2014/main" id="{EDA686F5-3E04-E7BA-D07E-555FA223B2A0}"/>
              </a:ext>
            </a:extLst>
          </p:cNvPr>
          <p:cNvSpPr txBox="1"/>
          <p:nvPr/>
        </p:nvSpPr>
        <p:spPr>
          <a:xfrm>
            <a:off x="1410702" y="4247919"/>
            <a:ext cx="882316" cy="246221"/>
          </a:xfrm>
          <a:prstGeom prst="rect">
            <a:avLst/>
          </a:prstGeom>
          <a:noFill/>
        </p:spPr>
        <p:txBody>
          <a:bodyPr wrap="square" rtlCol="0">
            <a:spAutoFit/>
          </a:bodyPr>
          <a:lstStyle/>
          <a:p>
            <a:r>
              <a:rPr lang="en-US" sz="1000" dirty="0"/>
              <a:t>Call payout</a:t>
            </a:r>
          </a:p>
        </p:txBody>
      </p:sp>
      <p:sp>
        <p:nvSpPr>
          <p:cNvPr id="66" name="TextBox 65">
            <a:extLst>
              <a:ext uri="{FF2B5EF4-FFF2-40B4-BE49-F238E27FC236}">
                <a16:creationId xmlns:a16="http://schemas.microsoft.com/office/drawing/2014/main" id="{663DB5DD-9C5C-6212-30BE-184B0B8526C5}"/>
              </a:ext>
            </a:extLst>
          </p:cNvPr>
          <p:cNvSpPr txBox="1"/>
          <p:nvPr/>
        </p:nvSpPr>
        <p:spPr>
          <a:xfrm>
            <a:off x="1410702" y="4960023"/>
            <a:ext cx="882316" cy="246221"/>
          </a:xfrm>
          <a:prstGeom prst="rect">
            <a:avLst/>
          </a:prstGeom>
          <a:noFill/>
        </p:spPr>
        <p:txBody>
          <a:bodyPr wrap="square" rtlCol="0">
            <a:spAutoFit/>
          </a:bodyPr>
          <a:lstStyle/>
          <a:p>
            <a:r>
              <a:rPr lang="en-US" sz="1000" dirty="0"/>
              <a:t>Put payout</a:t>
            </a:r>
          </a:p>
        </p:txBody>
      </p:sp>
      <p:sp>
        <p:nvSpPr>
          <p:cNvPr id="67" name="TextBox 66">
            <a:extLst>
              <a:ext uri="{FF2B5EF4-FFF2-40B4-BE49-F238E27FC236}">
                <a16:creationId xmlns:a16="http://schemas.microsoft.com/office/drawing/2014/main" id="{BC70844B-7514-6BE7-1982-C716E65D8439}"/>
              </a:ext>
            </a:extLst>
          </p:cNvPr>
          <p:cNvSpPr txBox="1"/>
          <p:nvPr/>
        </p:nvSpPr>
        <p:spPr>
          <a:xfrm>
            <a:off x="389021" y="5721159"/>
            <a:ext cx="1903997" cy="246221"/>
          </a:xfrm>
          <a:prstGeom prst="rect">
            <a:avLst/>
          </a:prstGeom>
          <a:noFill/>
        </p:spPr>
        <p:txBody>
          <a:bodyPr wrap="square" rtlCol="0">
            <a:spAutoFit/>
          </a:bodyPr>
          <a:lstStyle/>
          <a:p>
            <a:r>
              <a:rPr lang="en-US" sz="1000" dirty="0"/>
              <a:t>Discounted Terminal price payout</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949E82D-7C12-9943-EF51-BA8D80991B98}"/>
                  </a:ext>
                </a:extLst>
              </p:cNvPr>
              <p:cNvSpPr txBox="1"/>
              <p:nvPr/>
            </p:nvSpPr>
            <p:spPr>
              <a:xfrm>
                <a:off x="7991670" y="4371029"/>
                <a:ext cx="4092046" cy="1477328"/>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t>Using all these together gave hat matrix with condition number &gt;</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16</m:t>
                        </m:r>
                      </m:sup>
                    </m:sSup>
                  </m:oMath>
                </a14:m>
                <a:endParaRPr lang="en-US" dirty="0"/>
              </a:p>
              <a:p>
                <a:pPr marL="285750" indent="-285750">
                  <a:buFont typeface="Arial" panose="020B0604020202020204" pitchFamily="34" charset="0"/>
                  <a:buChar char="•"/>
                </a:pPr>
                <a:r>
                  <a:rPr lang="en-US" dirty="0"/>
                  <a:t>Had to drop Call option </a:t>
                </a:r>
              </a:p>
              <a:p>
                <a:pPr marL="285750" indent="-285750">
                  <a:buFont typeface="Arial" panose="020B0604020202020204" pitchFamily="34" charset="0"/>
                  <a:buChar char="•"/>
                </a:pPr>
                <a:r>
                  <a:rPr lang="en-US" dirty="0"/>
                  <a:t>Used mean of put payout and discounted terminal price</a:t>
                </a:r>
              </a:p>
            </p:txBody>
          </p:sp>
        </mc:Choice>
        <mc:Fallback xmlns="">
          <p:sp>
            <p:nvSpPr>
              <p:cNvPr id="68" name="TextBox 67">
                <a:extLst>
                  <a:ext uri="{FF2B5EF4-FFF2-40B4-BE49-F238E27FC236}">
                    <a16:creationId xmlns:a16="http://schemas.microsoft.com/office/drawing/2014/main" id="{3949E82D-7C12-9943-EF51-BA8D80991B98}"/>
                  </a:ext>
                </a:extLst>
              </p:cNvPr>
              <p:cNvSpPr txBox="1">
                <a:spLocks noRot="1" noChangeAspect="1" noMove="1" noResize="1" noEditPoints="1" noAdjustHandles="1" noChangeArrowheads="1" noChangeShapeType="1" noTextEdit="1"/>
              </p:cNvSpPr>
              <p:nvPr/>
            </p:nvSpPr>
            <p:spPr>
              <a:xfrm>
                <a:off x="7991670" y="4371029"/>
                <a:ext cx="4092046" cy="1477328"/>
              </a:xfrm>
              <a:prstGeom prst="rect">
                <a:avLst/>
              </a:prstGeom>
              <a:blipFill>
                <a:blip r:embed="rId6"/>
                <a:stretch>
                  <a:fillRect l="-892" t="-1639" b="-5328"/>
                </a:stretch>
              </a:blipFill>
              <a:ln>
                <a:solidFill>
                  <a:schemeClr val="tx1"/>
                </a:solidFill>
              </a:ln>
            </p:spPr>
            <p:txBody>
              <a:bodyPr/>
              <a:lstStyle/>
              <a:p>
                <a:r>
                  <a:rPr lang="en-US">
                    <a:noFill/>
                  </a:rPr>
                  <a:t> </a:t>
                </a:r>
              </a:p>
            </p:txBody>
          </p:sp>
        </mc:Fallback>
      </mc:AlternateContent>
      <p:sp>
        <p:nvSpPr>
          <p:cNvPr id="69" name="Oval 68">
            <a:extLst>
              <a:ext uri="{FF2B5EF4-FFF2-40B4-BE49-F238E27FC236}">
                <a16:creationId xmlns:a16="http://schemas.microsoft.com/office/drawing/2014/main" id="{90601E55-E8CC-0297-464F-7C3984D909C6}"/>
              </a:ext>
            </a:extLst>
          </p:cNvPr>
          <p:cNvSpPr/>
          <p:nvPr/>
        </p:nvSpPr>
        <p:spPr>
          <a:xfrm>
            <a:off x="10636919" y="4999367"/>
            <a:ext cx="288758" cy="24464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Arc 69">
            <a:extLst>
              <a:ext uri="{FF2B5EF4-FFF2-40B4-BE49-F238E27FC236}">
                <a16:creationId xmlns:a16="http://schemas.microsoft.com/office/drawing/2014/main" id="{281EEDC9-377D-DE57-1F9B-0DBC0D7F4B5F}"/>
              </a:ext>
            </a:extLst>
          </p:cNvPr>
          <p:cNvSpPr/>
          <p:nvPr/>
        </p:nvSpPr>
        <p:spPr>
          <a:xfrm rot="19571842">
            <a:off x="10656808" y="5154978"/>
            <a:ext cx="184691" cy="134078"/>
          </a:xfrm>
          <a:prstGeom prst="arc">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Oval 70">
            <a:extLst>
              <a:ext uri="{FF2B5EF4-FFF2-40B4-BE49-F238E27FC236}">
                <a16:creationId xmlns:a16="http://schemas.microsoft.com/office/drawing/2014/main" id="{AEACC56A-F0AB-1D95-B590-06A039B68959}"/>
              </a:ext>
            </a:extLst>
          </p:cNvPr>
          <p:cNvSpPr/>
          <p:nvPr/>
        </p:nvSpPr>
        <p:spPr>
          <a:xfrm>
            <a:off x="10703434" y="5053263"/>
            <a:ext cx="45719" cy="45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4AF829E-B219-879F-BB03-1AB7EEECA7A9}"/>
              </a:ext>
            </a:extLst>
          </p:cNvPr>
          <p:cNvSpPr/>
          <p:nvPr/>
        </p:nvSpPr>
        <p:spPr>
          <a:xfrm>
            <a:off x="10791695" y="5053263"/>
            <a:ext cx="45719" cy="457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B7A7B7F0-E771-49C2-5686-A23EC7FD2776}"/>
              </a:ext>
            </a:extLst>
          </p:cNvPr>
          <p:cNvPicPr>
            <a:picLocks noChangeAspect="1"/>
          </p:cNvPicPr>
          <p:nvPr/>
        </p:nvPicPr>
        <p:blipFill>
          <a:blip r:embed="rId7"/>
          <a:stretch>
            <a:fillRect/>
          </a:stretch>
        </p:blipFill>
        <p:spPr>
          <a:xfrm>
            <a:off x="741287" y="1203973"/>
            <a:ext cx="4833345" cy="309876"/>
          </a:xfrm>
          <a:prstGeom prst="rect">
            <a:avLst/>
          </a:prstGeom>
        </p:spPr>
      </p:pic>
    </p:spTree>
    <p:extLst>
      <p:ext uri="{BB962C8B-B14F-4D97-AF65-F5344CB8AC3E}">
        <p14:creationId xmlns:p14="http://schemas.microsoft.com/office/powerpoint/2010/main" val="3415696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EDFEC-DC6B-6DE2-4735-A2B934F98E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F9B52B-C53E-28F4-FACA-88EF26084CF0}"/>
              </a:ext>
            </a:extLst>
          </p:cNvPr>
          <p:cNvSpPr txBox="1"/>
          <p:nvPr/>
        </p:nvSpPr>
        <p:spPr>
          <a:xfrm>
            <a:off x="130342" y="296779"/>
            <a:ext cx="11931316" cy="2862322"/>
          </a:xfrm>
          <a:prstGeom prst="rect">
            <a:avLst/>
          </a:prstGeom>
          <a:noFill/>
        </p:spPr>
        <p:txBody>
          <a:bodyPr wrap="square" rtlCol="0">
            <a:spAutoFit/>
          </a:bodyPr>
          <a:lstStyle/>
          <a:p>
            <a:r>
              <a:rPr lang="en-US" dirty="0"/>
              <a:t>Advantages:</a:t>
            </a:r>
          </a:p>
          <a:p>
            <a:pPr marL="342900" indent="-342900">
              <a:buAutoNum type="arabicParenR"/>
            </a:pPr>
            <a:r>
              <a:rPr lang="en-US" dirty="0"/>
              <a:t>If the CV are fairly correlated with target variable the variance reduction can be significant.</a:t>
            </a:r>
          </a:p>
          <a:p>
            <a:pPr marL="342900" indent="-342900">
              <a:buAutoNum type="arabicParenR"/>
            </a:pPr>
            <a:r>
              <a:rPr lang="en-US" dirty="0"/>
              <a:t>Works on regression principle. So, performance can be tuned in similar manner being easier to decipher and debug.</a:t>
            </a:r>
          </a:p>
          <a:p>
            <a:pPr marL="342900" indent="-342900">
              <a:buAutoNum type="arabicParenR"/>
            </a:pPr>
            <a:endParaRPr lang="en-US" dirty="0"/>
          </a:p>
          <a:p>
            <a:r>
              <a:rPr lang="en-US" dirty="0"/>
              <a:t>Disadvantages:</a:t>
            </a:r>
          </a:p>
          <a:p>
            <a:pPr marL="342900" indent="-342900">
              <a:buAutoNum type="arabicParenR"/>
            </a:pPr>
            <a:r>
              <a:rPr lang="en-US" dirty="0"/>
              <a:t>Finding control variates which are not only correlated to target but also have a known expected value. (A CV like number of barrier breach has a very high correlation and could have easily performed very well but the expectation computation was very complex).</a:t>
            </a:r>
          </a:p>
          <a:p>
            <a:pPr marL="342900" indent="-342900">
              <a:buAutoNum type="arabicParenR"/>
            </a:pPr>
            <a:r>
              <a:rPr lang="en-US" dirty="0"/>
              <a:t>Can be computationally expensive.</a:t>
            </a:r>
          </a:p>
          <a:p>
            <a:pPr marL="342900" indent="-342900">
              <a:buAutoNum type="arabicParenR"/>
            </a:pPr>
            <a:r>
              <a:rPr lang="en-US" dirty="0"/>
              <a:t>Correlation within CVs can make the problem ill-conditioned. </a:t>
            </a:r>
          </a:p>
        </p:txBody>
      </p:sp>
      <p:sp>
        <p:nvSpPr>
          <p:cNvPr id="3" name="TextBox 2">
            <a:extLst>
              <a:ext uri="{FF2B5EF4-FFF2-40B4-BE49-F238E27FC236}">
                <a16:creationId xmlns:a16="http://schemas.microsoft.com/office/drawing/2014/main" id="{CEF2E234-DAE8-7122-D613-327784FF55BB}"/>
              </a:ext>
            </a:extLst>
          </p:cNvPr>
          <p:cNvSpPr txBox="1"/>
          <p:nvPr/>
        </p:nvSpPr>
        <p:spPr>
          <a:xfrm>
            <a:off x="986589" y="3834063"/>
            <a:ext cx="8758990" cy="923330"/>
          </a:xfrm>
          <a:prstGeom prst="rect">
            <a:avLst/>
          </a:prstGeom>
          <a:noFill/>
        </p:spPr>
        <p:txBody>
          <a:bodyPr wrap="square" rtlCol="0">
            <a:spAutoFit/>
          </a:bodyPr>
          <a:lstStyle/>
          <a:p>
            <a:pPr marL="285750" indent="-285750">
              <a:buBlip>
                <a:blip>
                  <a:extLst>
                    <a:ext uri="{96DAC541-7B7A-43D3-8B79-37D633B846F1}">
                      <asvg:svgBlip xmlns:asvg="http://schemas.microsoft.com/office/drawing/2016/SVG/main" r:embed="rId2"/>
                    </a:ext>
                  </a:extLst>
                </a:blip>
              </a:buBlip>
            </a:pPr>
            <a:r>
              <a:rPr lang="en-US" dirty="0"/>
              <a:t>Why do we center X and Y for determining the beta?</a:t>
            </a:r>
          </a:p>
          <a:p>
            <a:r>
              <a:rPr lang="en-US" dirty="0"/>
              <a:t>     Centering is performed to remove the effect of mean of X and Y and determine the actual true relationship between X and Y.</a:t>
            </a:r>
          </a:p>
        </p:txBody>
      </p:sp>
    </p:spTree>
    <p:extLst>
      <p:ext uri="{BB962C8B-B14F-4D97-AF65-F5344CB8AC3E}">
        <p14:creationId xmlns:p14="http://schemas.microsoft.com/office/powerpoint/2010/main" val="2291028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D3B0-3658-A15A-D916-56322020B9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4405C4-C2DA-C11C-71E3-14A1563E9A6C}"/>
              </a:ext>
            </a:extLst>
          </p:cNvPr>
          <p:cNvPicPr>
            <a:picLocks noChangeAspect="1"/>
          </p:cNvPicPr>
          <p:nvPr/>
        </p:nvPicPr>
        <p:blipFill>
          <a:blip r:embed="rId2"/>
          <a:stretch>
            <a:fillRect/>
          </a:stretch>
        </p:blipFill>
        <p:spPr>
          <a:xfrm>
            <a:off x="120316" y="450427"/>
            <a:ext cx="11927304" cy="2790079"/>
          </a:xfrm>
          <a:prstGeom prst="rect">
            <a:avLst/>
          </a:prstGeom>
          <a:ln>
            <a:solidFill>
              <a:schemeClr val="tx1"/>
            </a:solidFill>
          </a:ln>
        </p:spPr>
      </p:pic>
      <p:pic>
        <p:nvPicPr>
          <p:cNvPr id="6" name="Picture 5">
            <a:extLst>
              <a:ext uri="{FF2B5EF4-FFF2-40B4-BE49-F238E27FC236}">
                <a16:creationId xmlns:a16="http://schemas.microsoft.com/office/drawing/2014/main" id="{0F232050-AB83-0896-419D-42F3DE810D93}"/>
              </a:ext>
            </a:extLst>
          </p:cNvPr>
          <p:cNvPicPr>
            <a:picLocks noChangeAspect="1"/>
          </p:cNvPicPr>
          <p:nvPr/>
        </p:nvPicPr>
        <p:blipFill>
          <a:blip r:embed="rId3"/>
          <a:stretch>
            <a:fillRect/>
          </a:stretch>
        </p:blipFill>
        <p:spPr>
          <a:xfrm>
            <a:off x="120315" y="3324727"/>
            <a:ext cx="11927305" cy="3416594"/>
          </a:xfrm>
          <a:prstGeom prst="rect">
            <a:avLst/>
          </a:prstGeom>
          <a:ln>
            <a:solidFill>
              <a:schemeClr val="tx1"/>
            </a:solidFill>
          </a:ln>
        </p:spPr>
      </p:pic>
      <p:sp>
        <p:nvSpPr>
          <p:cNvPr id="7" name="TextBox 6">
            <a:extLst>
              <a:ext uri="{FF2B5EF4-FFF2-40B4-BE49-F238E27FC236}">
                <a16:creationId xmlns:a16="http://schemas.microsoft.com/office/drawing/2014/main" id="{736F6074-FDFF-3186-7573-930B3E15BEFF}"/>
              </a:ext>
            </a:extLst>
          </p:cNvPr>
          <p:cNvSpPr txBox="1"/>
          <p:nvPr/>
        </p:nvSpPr>
        <p:spPr>
          <a:xfrm>
            <a:off x="72187" y="116680"/>
            <a:ext cx="9310437" cy="369332"/>
          </a:xfrm>
          <a:prstGeom prst="rect">
            <a:avLst/>
          </a:prstGeom>
          <a:noFill/>
        </p:spPr>
        <p:txBody>
          <a:bodyPr wrap="square" rtlCol="0">
            <a:spAutoFit/>
          </a:bodyPr>
          <a:lstStyle/>
          <a:p>
            <a:r>
              <a:rPr lang="en-US" dirty="0"/>
              <a:t>100 K Simulations X 100 iterations</a:t>
            </a:r>
          </a:p>
        </p:txBody>
      </p:sp>
    </p:spTree>
    <p:extLst>
      <p:ext uri="{BB962C8B-B14F-4D97-AF65-F5344CB8AC3E}">
        <p14:creationId xmlns:p14="http://schemas.microsoft.com/office/powerpoint/2010/main" val="464315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F1B6-0585-CE1E-55F8-A6DCC3F2C50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EE3B289-4B6E-D1AD-16D7-01ED13297AD9}"/>
              </a:ext>
            </a:extLst>
          </p:cNvPr>
          <p:cNvPicPr>
            <a:picLocks noChangeAspect="1"/>
          </p:cNvPicPr>
          <p:nvPr/>
        </p:nvPicPr>
        <p:blipFill>
          <a:blip r:embed="rId2"/>
          <a:stretch>
            <a:fillRect/>
          </a:stretch>
        </p:blipFill>
        <p:spPr>
          <a:xfrm>
            <a:off x="6048875" y="445533"/>
            <a:ext cx="3528260" cy="2983467"/>
          </a:xfrm>
          <a:prstGeom prst="rect">
            <a:avLst/>
          </a:prstGeom>
        </p:spPr>
      </p:pic>
      <p:pic>
        <p:nvPicPr>
          <p:cNvPr id="3" name="Picture 2">
            <a:extLst>
              <a:ext uri="{FF2B5EF4-FFF2-40B4-BE49-F238E27FC236}">
                <a16:creationId xmlns:a16="http://schemas.microsoft.com/office/drawing/2014/main" id="{C85F0A3F-F222-55E4-5B32-06C9BC64FA77}"/>
              </a:ext>
            </a:extLst>
          </p:cNvPr>
          <p:cNvPicPr>
            <a:picLocks noChangeAspect="1"/>
          </p:cNvPicPr>
          <p:nvPr/>
        </p:nvPicPr>
        <p:blipFill>
          <a:blip r:embed="rId3"/>
          <a:stretch>
            <a:fillRect/>
          </a:stretch>
        </p:blipFill>
        <p:spPr>
          <a:xfrm>
            <a:off x="0" y="3429000"/>
            <a:ext cx="12192000" cy="3426633"/>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611A5F9-0961-6298-6D77-9BFE945036E1}"/>
                  </a:ext>
                </a:extLst>
              </p:cNvPr>
              <p:cNvSpPr txBox="1"/>
              <p:nvPr/>
            </p:nvSpPr>
            <p:spPr>
              <a:xfrm>
                <a:off x="994611" y="902368"/>
                <a:ext cx="3136232" cy="670312"/>
              </a:xfrm>
              <a:prstGeom prst="rect">
                <a:avLst/>
              </a:prstGeom>
              <a:noFill/>
              <a:ln>
                <a:solidFill>
                  <a:schemeClr val="tx1"/>
                </a:solidFill>
              </a:ln>
            </p:spPr>
            <p:txBody>
              <a:bodyPr wrap="square" rtlCol="0">
                <a:spAutoFit/>
              </a:bodyPr>
              <a:lstStyle/>
              <a:p>
                <a:r>
                  <a:rPr lang="en-US" dirty="0"/>
                  <a:t>N simulations X 100 iterations</a:t>
                </a:r>
              </a:p>
              <a:p>
                <a:r>
                  <a:rPr lang="en-US" dirty="0"/>
                  <a:t>N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0</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4" name="TextBox 3">
                <a:extLst>
                  <a:ext uri="{FF2B5EF4-FFF2-40B4-BE49-F238E27FC236}">
                    <a16:creationId xmlns:a16="http://schemas.microsoft.com/office/drawing/2014/main" id="{8611A5F9-0961-6298-6D77-9BFE945036E1}"/>
                  </a:ext>
                </a:extLst>
              </p:cNvPr>
              <p:cNvSpPr txBox="1">
                <a:spLocks noRot="1" noChangeAspect="1" noMove="1" noResize="1" noEditPoints="1" noAdjustHandles="1" noChangeArrowheads="1" noChangeShapeType="1" noTextEdit="1"/>
              </p:cNvSpPr>
              <p:nvPr/>
            </p:nvSpPr>
            <p:spPr>
              <a:xfrm>
                <a:off x="994611" y="902368"/>
                <a:ext cx="3136232" cy="670312"/>
              </a:xfrm>
              <a:prstGeom prst="rect">
                <a:avLst/>
              </a:prstGeom>
              <a:blipFill>
                <a:blip r:embed="rId4"/>
                <a:stretch>
                  <a:fillRect l="-1354" t="-3571" b="-9821"/>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824706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F797-4D67-B27E-4FEE-1E5E5E1188D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4D8FD35-4DDB-D87D-7A64-620F00E8CE08}"/>
                  </a:ext>
                </a:extLst>
              </p:cNvPr>
              <p:cNvSpPr txBox="1"/>
              <p:nvPr/>
            </p:nvSpPr>
            <p:spPr>
              <a:xfrm>
                <a:off x="1096684" y="268668"/>
                <a:ext cx="3136232" cy="670312"/>
              </a:xfrm>
              <a:prstGeom prst="rect">
                <a:avLst/>
              </a:prstGeom>
              <a:noFill/>
              <a:ln>
                <a:solidFill>
                  <a:schemeClr val="tx1"/>
                </a:solidFill>
              </a:ln>
            </p:spPr>
            <p:txBody>
              <a:bodyPr wrap="square" rtlCol="0">
                <a:spAutoFit/>
              </a:bodyPr>
              <a:lstStyle/>
              <a:p>
                <a:r>
                  <a:rPr lang="en-US" dirty="0"/>
                  <a:t>N simulations X 100 iterations</a:t>
                </a:r>
              </a:p>
              <a:p>
                <a:r>
                  <a:rPr lang="en-US" dirty="0"/>
                  <a:t>N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0</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4" name="TextBox 3">
                <a:extLst>
                  <a:ext uri="{FF2B5EF4-FFF2-40B4-BE49-F238E27FC236}">
                    <a16:creationId xmlns:a16="http://schemas.microsoft.com/office/drawing/2014/main" id="{E4D8FD35-4DDB-D87D-7A64-620F00E8CE08}"/>
                  </a:ext>
                </a:extLst>
              </p:cNvPr>
              <p:cNvSpPr txBox="1">
                <a:spLocks noRot="1" noChangeAspect="1" noMove="1" noResize="1" noEditPoints="1" noAdjustHandles="1" noChangeArrowheads="1" noChangeShapeType="1" noTextEdit="1"/>
              </p:cNvSpPr>
              <p:nvPr/>
            </p:nvSpPr>
            <p:spPr>
              <a:xfrm>
                <a:off x="1096684" y="268668"/>
                <a:ext cx="3136232" cy="670312"/>
              </a:xfrm>
              <a:prstGeom prst="rect">
                <a:avLst/>
              </a:prstGeom>
              <a:blipFill>
                <a:blip r:embed="rId2"/>
                <a:stretch>
                  <a:fillRect l="-1550" t="-3571" b="-9821"/>
                </a:stretch>
              </a:blipFill>
              <a:ln>
                <a:solidFill>
                  <a:schemeClr val="tx1"/>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3D9EF3A2-F980-2A08-0409-1A450CADE9CC}"/>
              </a:ext>
            </a:extLst>
          </p:cNvPr>
          <p:cNvPicPr>
            <a:picLocks noChangeAspect="1"/>
          </p:cNvPicPr>
          <p:nvPr/>
        </p:nvPicPr>
        <p:blipFill>
          <a:blip r:embed="rId3"/>
          <a:stretch>
            <a:fillRect/>
          </a:stretch>
        </p:blipFill>
        <p:spPr>
          <a:xfrm>
            <a:off x="0" y="3466214"/>
            <a:ext cx="11989273" cy="3339115"/>
          </a:xfrm>
          <a:prstGeom prst="rect">
            <a:avLst/>
          </a:prstGeom>
        </p:spPr>
      </p:pic>
      <p:pic>
        <p:nvPicPr>
          <p:cNvPr id="7" name="Picture 6">
            <a:extLst>
              <a:ext uri="{FF2B5EF4-FFF2-40B4-BE49-F238E27FC236}">
                <a16:creationId xmlns:a16="http://schemas.microsoft.com/office/drawing/2014/main" id="{6A761E99-CC7A-520D-6205-93021C42261A}"/>
              </a:ext>
            </a:extLst>
          </p:cNvPr>
          <p:cNvPicPr>
            <a:picLocks noChangeAspect="1"/>
          </p:cNvPicPr>
          <p:nvPr/>
        </p:nvPicPr>
        <p:blipFill>
          <a:blip r:embed="rId4"/>
          <a:stretch>
            <a:fillRect/>
          </a:stretch>
        </p:blipFill>
        <p:spPr>
          <a:xfrm>
            <a:off x="5090869" y="182811"/>
            <a:ext cx="6388041" cy="2943161"/>
          </a:xfrm>
          <a:prstGeom prst="rect">
            <a:avLst/>
          </a:prstGeom>
        </p:spPr>
      </p:pic>
    </p:spTree>
    <p:extLst>
      <p:ext uri="{BB962C8B-B14F-4D97-AF65-F5344CB8AC3E}">
        <p14:creationId xmlns:p14="http://schemas.microsoft.com/office/powerpoint/2010/main" val="1085623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A37F-D6F0-D2CD-64F7-988F9952C0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F2BDAC-C355-A449-CC93-79B3BB722528}"/>
              </a:ext>
            </a:extLst>
          </p:cNvPr>
          <p:cNvSpPr txBox="1"/>
          <p:nvPr/>
        </p:nvSpPr>
        <p:spPr>
          <a:xfrm>
            <a:off x="1096683" y="268668"/>
            <a:ext cx="1816637" cy="369332"/>
          </a:xfrm>
          <a:prstGeom prst="rect">
            <a:avLst/>
          </a:prstGeom>
          <a:noFill/>
          <a:ln>
            <a:solidFill>
              <a:schemeClr val="tx1"/>
            </a:solidFill>
          </a:ln>
        </p:spPr>
        <p:txBody>
          <a:bodyPr wrap="square" rtlCol="0">
            <a:spAutoFit/>
          </a:bodyPr>
          <a:lstStyle/>
          <a:p>
            <a:r>
              <a:rPr lang="en-US" dirty="0"/>
              <a:t>Cost effectiveness</a:t>
            </a:r>
          </a:p>
        </p:txBody>
      </p:sp>
      <p:pic>
        <p:nvPicPr>
          <p:cNvPr id="8" name="Picture 7">
            <a:extLst>
              <a:ext uri="{FF2B5EF4-FFF2-40B4-BE49-F238E27FC236}">
                <a16:creationId xmlns:a16="http://schemas.microsoft.com/office/drawing/2014/main" id="{F31DCE22-498A-D836-5AC1-8985C6A3E3C0}"/>
              </a:ext>
            </a:extLst>
          </p:cNvPr>
          <p:cNvPicPr>
            <a:picLocks noChangeAspect="1"/>
          </p:cNvPicPr>
          <p:nvPr/>
        </p:nvPicPr>
        <p:blipFill>
          <a:blip r:embed="rId2"/>
          <a:stretch>
            <a:fillRect/>
          </a:stretch>
        </p:blipFill>
        <p:spPr>
          <a:xfrm>
            <a:off x="136098" y="1927683"/>
            <a:ext cx="11691560" cy="3278771"/>
          </a:xfrm>
          <a:prstGeom prst="rect">
            <a:avLst/>
          </a:prstGeom>
        </p:spPr>
      </p:pic>
    </p:spTree>
    <p:extLst>
      <p:ext uri="{BB962C8B-B14F-4D97-AF65-F5344CB8AC3E}">
        <p14:creationId xmlns:p14="http://schemas.microsoft.com/office/powerpoint/2010/main" val="1532945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BAF24-F0C8-F1E2-9D35-379B23D9A7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CC6049-1797-F63B-E7AA-0872E0123ACB}"/>
              </a:ext>
            </a:extLst>
          </p:cNvPr>
          <p:cNvSpPr txBox="1"/>
          <p:nvPr/>
        </p:nvSpPr>
        <p:spPr>
          <a:xfrm>
            <a:off x="1096683" y="268668"/>
            <a:ext cx="2777822" cy="369332"/>
          </a:xfrm>
          <a:prstGeom prst="rect">
            <a:avLst/>
          </a:prstGeom>
          <a:noFill/>
          <a:ln>
            <a:solidFill>
              <a:schemeClr val="tx1"/>
            </a:solidFill>
          </a:ln>
        </p:spPr>
        <p:txBody>
          <a:bodyPr wrap="square" rtlCol="0">
            <a:spAutoFit/>
          </a:bodyPr>
          <a:lstStyle/>
          <a:p>
            <a:r>
              <a:rPr lang="en-US" dirty="0"/>
              <a:t>“</a:t>
            </a:r>
            <a:r>
              <a:rPr lang="en-US" b="1" dirty="0"/>
              <a:t>Pseudo</a:t>
            </a:r>
            <a:r>
              <a:rPr lang="en-US" dirty="0"/>
              <a:t>”-Random Numbers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FED8424-D234-41CF-26A0-23F99A2CEBDA}"/>
                  </a:ext>
                </a:extLst>
              </p:cNvPr>
              <p:cNvSpPr txBox="1"/>
              <p:nvPr/>
            </p:nvSpPr>
            <p:spPr>
              <a:xfrm>
                <a:off x="16379" y="843677"/>
                <a:ext cx="12071684" cy="2585323"/>
              </a:xfrm>
              <a:prstGeom prst="rect">
                <a:avLst/>
              </a:prstGeom>
              <a:noFill/>
            </p:spPr>
            <p:txBody>
              <a:bodyPr wrap="square" rtlCol="0">
                <a:spAutoFit/>
              </a:bodyPr>
              <a:lstStyle/>
              <a:p>
                <a:r>
                  <a:rPr lang="en-US" dirty="0"/>
                  <a:t>Pseudo-Random number generators like those in </a:t>
                </a:r>
                <a:r>
                  <a:rPr lang="en-US" dirty="0" err="1"/>
                  <a:t>Numpy</a:t>
                </a:r>
                <a:r>
                  <a:rPr lang="en-US" dirty="0"/>
                  <a:t> generate random numbers which approximate properties of sequence of random numbers but these are not actually random.</a:t>
                </a:r>
              </a:p>
              <a:p>
                <a:r>
                  <a:rPr lang="en-US" dirty="0"/>
                  <a:t>Numbers are generated in accordance using a definite function such that</a:t>
                </a:r>
              </a:p>
              <a:p>
                <a:endParaRPr lang="en-US" dirty="0"/>
              </a:p>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𝑛</m:t>
                        </m:r>
                      </m:sup>
                    </m:sSup>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 </m:t>
                    </m:r>
                  </m:oMath>
                </a14:m>
                <a:r>
                  <a:rPr lang="en-US" b="0"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0</m:t>
                        </m:r>
                      </m:sub>
                    </m:sSub>
                  </m:oMath>
                </a14:m>
                <a:r>
                  <a:rPr lang="en-US" b="0" dirty="0"/>
                  <a:t> is the seed </a:t>
                </a:r>
              </a:p>
              <a:p>
                <a:endParaRPr lang="en-US" dirty="0"/>
              </a:p>
              <a:p>
                <a:r>
                  <a:rPr lang="en-US" dirty="0"/>
                  <a:t>As we know for pricing these options, we heavily rely on Brownian Motions, and these expect independent increments which may not be true cause increments can be correlated when using Pseudo-Random numbers and can affect performance in Path-dependent or High dimensional problems</a:t>
                </a:r>
              </a:p>
            </p:txBody>
          </p:sp>
        </mc:Choice>
        <mc:Fallback xmlns="">
          <p:sp>
            <p:nvSpPr>
              <p:cNvPr id="2" name="TextBox 1">
                <a:extLst>
                  <a:ext uri="{FF2B5EF4-FFF2-40B4-BE49-F238E27FC236}">
                    <a16:creationId xmlns:a16="http://schemas.microsoft.com/office/drawing/2014/main" id="{3FED8424-D234-41CF-26A0-23F99A2CEBDA}"/>
                  </a:ext>
                </a:extLst>
              </p:cNvPr>
              <p:cNvSpPr txBox="1">
                <a:spLocks noRot="1" noChangeAspect="1" noMove="1" noResize="1" noEditPoints="1" noAdjustHandles="1" noChangeArrowheads="1" noChangeShapeType="1" noTextEdit="1"/>
              </p:cNvSpPr>
              <p:nvPr/>
            </p:nvSpPr>
            <p:spPr>
              <a:xfrm>
                <a:off x="16379" y="843677"/>
                <a:ext cx="12071684" cy="2585323"/>
              </a:xfrm>
              <a:prstGeom prst="rect">
                <a:avLst/>
              </a:prstGeom>
              <a:blipFill>
                <a:blip r:embed="rId2"/>
                <a:stretch>
                  <a:fillRect l="-455" t="-1176" b="-258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9026170-A8C2-F54A-8A56-5281DDC86EA1}"/>
              </a:ext>
            </a:extLst>
          </p:cNvPr>
          <p:cNvPicPr>
            <a:picLocks noChangeAspect="1"/>
          </p:cNvPicPr>
          <p:nvPr/>
        </p:nvPicPr>
        <p:blipFill>
          <a:blip r:embed="rId3"/>
          <a:stretch>
            <a:fillRect/>
          </a:stretch>
        </p:blipFill>
        <p:spPr>
          <a:xfrm>
            <a:off x="510597" y="3510224"/>
            <a:ext cx="3486637" cy="2726146"/>
          </a:xfrm>
          <a:prstGeom prst="rect">
            <a:avLst/>
          </a:prstGeom>
        </p:spPr>
      </p:pic>
      <p:sp>
        <p:nvSpPr>
          <p:cNvPr id="6" name="TextBox 5">
            <a:extLst>
              <a:ext uri="{FF2B5EF4-FFF2-40B4-BE49-F238E27FC236}">
                <a16:creationId xmlns:a16="http://schemas.microsoft.com/office/drawing/2014/main" id="{EA596824-C733-5D29-2348-F08096C6193E}"/>
              </a:ext>
            </a:extLst>
          </p:cNvPr>
          <p:cNvSpPr txBox="1"/>
          <p:nvPr/>
        </p:nvSpPr>
        <p:spPr>
          <a:xfrm>
            <a:off x="4580021" y="4287253"/>
            <a:ext cx="6172200" cy="646331"/>
          </a:xfrm>
          <a:prstGeom prst="rect">
            <a:avLst/>
          </a:prstGeom>
          <a:noFill/>
          <a:ln>
            <a:solidFill>
              <a:schemeClr val="tx1"/>
            </a:solidFill>
          </a:ln>
        </p:spPr>
        <p:txBody>
          <a:bodyPr wrap="square" rtlCol="0">
            <a:spAutoFit/>
          </a:bodyPr>
          <a:lstStyle/>
          <a:p>
            <a:pPr algn="ctr"/>
            <a:r>
              <a:rPr lang="en-US" dirty="0"/>
              <a:t>Pseudo-random sampling leads to uneven coverage of the sample space, resulting in clusters and gaps.</a:t>
            </a:r>
          </a:p>
        </p:txBody>
      </p:sp>
    </p:spTree>
    <p:extLst>
      <p:ext uri="{BB962C8B-B14F-4D97-AF65-F5344CB8AC3E}">
        <p14:creationId xmlns:p14="http://schemas.microsoft.com/office/powerpoint/2010/main" val="1036874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49DF3-95B6-5800-5FC2-EFB8252986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612ACD-8EE8-53F2-1643-1C954653B84A}"/>
              </a:ext>
            </a:extLst>
          </p:cNvPr>
          <p:cNvSpPr txBox="1"/>
          <p:nvPr/>
        </p:nvSpPr>
        <p:spPr>
          <a:xfrm>
            <a:off x="1096683" y="268668"/>
            <a:ext cx="2777822" cy="369332"/>
          </a:xfrm>
          <a:prstGeom prst="rect">
            <a:avLst/>
          </a:prstGeom>
          <a:noFill/>
          <a:ln>
            <a:solidFill>
              <a:schemeClr val="tx1"/>
            </a:solidFill>
          </a:ln>
        </p:spPr>
        <p:txBody>
          <a:bodyPr wrap="square" rtlCol="0">
            <a:spAutoFit/>
          </a:bodyPr>
          <a:lstStyle/>
          <a:p>
            <a:r>
              <a:rPr lang="en-US" dirty="0"/>
              <a:t>“</a:t>
            </a:r>
            <a:r>
              <a:rPr lang="en-US" b="1" dirty="0"/>
              <a:t>Quasi</a:t>
            </a:r>
            <a:r>
              <a:rPr lang="en-US" dirty="0"/>
              <a:t>”-Random Numbers</a:t>
            </a:r>
          </a:p>
        </p:txBody>
      </p:sp>
      <p:sp>
        <p:nvSpPr>
          <p:cNvPr id="2" name="TextBox 1">
            <a:extLst>
              <a:ext uri="{FF2B5EF4-FFF2-40B4-BE49-F238E27FC236}">
                <a16:creationId xmlns:a16="http://schemas.microsoft.com/office/drawing/2014/main" id="{349A9499-A16D-62D1-4648-7EE1D32BF1E2}"/>
              </a:ext>
            </a:extLst>
          </p:cNvPr>
          <p:cNvSpPr txBox="1"/>
          <p:nvPr/>
        </p:nvSpPr>
        <p:spPr>
          <a:xfrm>
            <a:off x="16379" y="843677"/>
            <a:ext cx="12071684" cy="2031325"/>
          </a:xfrm>
          <a:prstGeom prst="rect">
            <a:avLst/>
          </a:prstGeom>
          <a:noFill/>
        </p:spPr>
        <p:txBody>
          <a:bodyPr wrap="square" rtlCol="0">
            <a:spAutoFit/>
          </a:bodyPr>
          <a:lstStyle/>
          <a:p>
            <a:r>
              <a:rPr lang="en-US" dirty="0"/>
              <a:t>Unlike pseudo-random numbers, quasi-random numbers are not random at all.</a:t>
            </a:r>
            <a:br>
              <a:rPr lang="en-US" dirty="0"/>
            </a:br>
            <a:r>
              <a:rPr lang="en-US" dirty="0"/>
              <a:t>They are constructed to fill the sample space as evenly as possible, reducing clustering and gaps.</a:t>
            </a:r>
          </a:p>
          <a:p>
            <a:pPr algn="ctr"/>
            <a:endParaRPr lang="en-US" b="0" dirty="0"/>
          </a:p>
          <a:p>
            <a:r>
              <a:rPr lang="en-US" dirty="0"/>
              <a:t>The sampling is called low-discrepancy means the sample points have minimal deviation from a perfectly uniform distribution over the space.</a:t>
            </a:r>
            <a:endParaRPr lang="en-US" b="0" dirty="0"/>
          </a:p>
          <a:p>
            <a:endParaRPr lang="en-US" dirty="0"/>
          </a:p>
          <a:p>
            <a:endParaRPr lang="en-US" dirty="0"/>
          </a:p>
        </p:txBody>
      </p:sp>
      <p:sp>
        <p:nvSpPr>
          <p:cNvPr id="6" name="TextBox 5">
            <a:extLst>
              <a:ext uri="{FF2B5EF4-FFF2-40B4-BE49-F238E27FC236}">
                <a16:creationId xmlns:a16="http://schemas.microsoft.com/office/drawing/2014/main" id="{DC925A31-6621-FC41-514C-30D36A167BAC}"/>
              </a:ext>
            </a:extLst>
          </p:cNvPr>
          <p:cNvSpPr txBox="1"/>
          <p:nvPr/>
        </p:nvSpPr>
        <p:spPr>
          <a:xfrm>
            <a:off x="4511841" y="4449478"/>
            <a:ext cx="6697579" cy="369332"/>
          </a:xfrm>
          <a:prstGeom prst="rect">
            <a:avLst/>
          </a:prstGeom>
          <a:noFill/>
          <a:ln>
            <a:solidFill>
              <a:schemeClr val="tx1"/>
            </a:solidFill>
          </a:ln>
        </p:spPr>
        <p:txBody>
          <a:bodyPr wrap="square" rtlCol="0">
            <a:spAutoFit/>
          </a:bodyPr>
          <a:lstStyle/>
          <a:p>
            <a:pPr algn="ctr"/>
            <a:r>
              <a:rPr lang="en-US" dirty="0"/>
              <a:t>Quasi-random sampling leads to even coverage of the sample space.</a:t>
            </a:r>
          </a:p>
        </p:txBody>
      </p:sp>
      <p:pic>
        <p:nvPicPr>
          <p:cNvPr id="7" name="Picture 6">
            <a:extLst>
              <a:ext uri="{FF2B5EF4-FFF2-40B4-BE49-F238E27FC236}">
                <a16:creationId xmlns:a16="http://schemas.microsoft.com/office/drawing/2014/main" id="{D90160AE-9252-07A4-802B-9E853DCA8D7F}"/>
              </a:ext>
            </a:extLst>
          </p:cNvPr>
          <p:cNvPicPr>
            <a:picLocks noChangeAspect="1"/>
          </p:cNvPicPr>
          <p:nvPr/>
        </p:nvPicPr>
        <p:blipFill>
          <a:blip r:embed="rId2"/>
          <a:stretch>
            <a:fillRect/>
          </a:stretch>
        </p:blipFill>
        <p:spPr>
          <a:xfrm>
            <a:off x="789907" y="2744265"/>
            <a:ext cx="3391373" cy="3410426"/>
          </a:xfrm>
          <a:prstGeom prst="rect">
            <a:avLst/>
          </a:prstGeom>
        </p:spPr>
      </p:pic>
    </p:spTree>
    <p:extLst>
      <p:ext uri="{BB962C8B-B14F-4D97-AF65-F5344CB8AC3E}">
        <p14:creationId xmlns:p14="http://schemas.microsoft.com/office/powerpoint/2010/main" val="3195286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F7852-6A7E-6B27-900F-2704095B196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449E37-7682-A7D0-D575-D3C0B21905F5}"/>
              </a:ext>
            </a:extLst>
          </p:cNvPr>
          <p:cNvSpPr txBox="1"/>
          <p:nvPr/>
        </p:nvSpPr>
        <p:spPr>
          <a:xfrm>
            <a:off x="1096683" y="268668"/>
            <a:ext cx="1626464" cy="369332"/>
          </a:xfrm>
          <a:prstGeom prst="rect">
            <a:avLst/>
          </a:prstGeom>
          <a:noFill/>
          <a:ln>
            <a:solidFill>
              <a:schemeClr val="tx1"/>
            </a:solidFill>
          </a:ln>
        </p:spPr>
        <p:txBody>
          <a:bodyPr wrap="square" rtlCol="0">
            <a:spAutoFit/>
          </a:bodyPr>
          <a:lstStyle/>
          <a:p>
            <a:r>
              <a:rPr lang="en-US" dirty="0"/>
              <a:t>Sobol Sampling</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A0691F5-428C-7686-568B-1A9D9D195B70}"/>
                  </a:ext>
                </a:extLst>
              </p:cNvPr>
              <p:cNvSpPr txBox="1"/>
              <p:nvPr/>
            </p:nvSpPr>
            <p:spPr>
              <a:xfrm>
                <a:off x="16379" y="843677"/>
                <a:ext cx="12071684" cy="6002092"/>
              </a:xfrm>
              <a:prstGeom prst="rect">
                <a:avLst/>
              </a:prstGeom>
              <a:noFill/>
            </p:spPr>
            <p:txBody>
              <a:bodyPr wrap="square" rtlCol="0">
                <a:spAutoFit/>
              </a:bodyPr>
              <a:lstStyle/>
              <a:p>
                <a:r>
                  <a:rPr lang="en-US" dirty="0"/>
                  <a:t>Sobol sampling improves efficiency by providing better coverage of the sample space, which reduces variance and leads to faster convergence in estimating expected payouts .</a:t>
                </a:r>
              </a:p>
              <a:p>
                <a:endParaRPr lang="en-US" dirty="0"/>
              </a:p>
              <a:p>
                <a:r>
                  <a:rPr lang="en-US" dirty="0"/>
                  <a:t>But, unlike VMC using QMC introduces structured dependence across dimensions, which can appear as correlation if not handled properly. This introduces bias and may underestimate or overestimate.</a:t>
                </a:r>
              </a:p>
              <a:p>
                <a:endParaRPr lang="en-US" dirty="0"/>
              </a:p>
              <a:p>
                <a:r>
                  <a:rPr lang="en-US" dirty="0"/>
                  <a:t>This is because:</a:t>
                </a:r>
              </a:p>
              <a:p>
                <a:r>
                  <a:rPr lang="en-US" dirty="0"/>
                  <a:t>PRN generates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b="0" i="1" smtClean="0">
                            <a:latin typeface="Cambria Math" panose="02040503050406030204" pitchFamily="18" charset="0"/>
                          </a:rPr>
                          <m:t>3,…….. </m:t>
                        </m:r>
                      </m:sub>
                    </m:sSub>
                    <m:r>
                      <a:rPr lang="en-US" b="0" i="1" smtClean="0">
                        <a:latin typeface="Cambria Math" panose="02040503050406030204" pitchFamily="18" charset="0"/>
                      </a:rPr>
                      <m:t>~ </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   </m:t>
                    </m:r>
                  </m:oMath>
                </a14:m>
                <a:r>
                  <a:rPr lang="en-US" dirty="0"/>
                  <a:t>(Designed to be independent)</a:t>
                </a:r>
              </a:p>
              <a:p>
                <a:r>
                  <a:rPr lang="en-US" dirty="0"/>
                  <a:t>QRN first generates U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[0,1]</m:t>
                        </m:r>
                      </m:e>
                      <m:sup>
                        <m:r>
                          <a:rPr lang="en-US" b="0" i="1" dirty="0" smtClean="0">
                            <a:latin typeface="Cambria Math" panose="02040503050406030204" pitchFamily="18" charset="0"/>
                          </a:rPr>
                          <m:t>𝑑</m:t>
                        </m:r>
                      </m:sup>
                    </m:sSup>
                  </m:oMath>
                </a14:m>
                <a:r>
                  <a:rPr lang="en-US" dirty="0"/>
                  <a:t> because Sobol does not say that each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a14:m>
                <a:r>
                  <a:rPr lang="en-US" dirty="0"/>
                  <a:t>is to picked independently but to pick a vector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𝑚</m:t>
                        </m:r>
                      </m:sub>
                    </m:sSub>
                  </m:oMath>
                </a14:m>
                <a:r>
                  <a:rPr lang="en-US" dirty="0"/>
                  <a:t>) to fill the space evenly.</a:t>
                </a:r>
              </a:p>
              <a:p>
                <a:endParaRPr lang="en-US" dirty="0"/>
              </a:p>
              <a:p>
                <a:r>
                  <a:rPr lang="en-US" dirty="0"/>
                  <a:t>Follows pattern like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1</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large</m:t>
                    </m:r>
                    <m:r>
                      <a:rPr lang="en-US" b="0" i="0" smtClean="0">
                        <a:latin typeface="Cambria Math" panose="02040503050406030204" pitchFamily="18" charset="0"/>
                      </a:rPr>
                      <m:t> </m:t>
                    </m:r>
                    <m:groupChr>
                      <m:groupChrPr>
                        <m:chr m:val="→"/>
                        <m:pos m:val="top"/>
                        <m:ctrlPr>
                          <a:rPr lang="en-US" b="0" i="1" smtClean="0">
                            <a:latin typeface="Cambria Math" panose="02040503050406030204" pitchFamily="18" charset="0"/>
                          </a:rPr>
                        </m:ctrlPr>
                      </m:groupChrPr>
                      <m:e/>
                    </m:groupCh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2</m:t>
                        </m:r>
                      </m:sub>
                    </m:sSub>
                  </m:oMath>
                </a14:m>
                <a:r>
                  <a:rPr lang="en-US" dirty="0"/>
                  <a:t> adjusts 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1</m:t>
                        </m:r>
                      </m:sub>
                    </m:sSub>
                    <m:r>
                      <a:rPr lang="en-US" i="1">
                        <a:latin typeface="Cambria Math" panose="02040503050406030204" pitchFamily="18" charset="0"/>
                      </a:rPr>
                      <m:t> </m:t>
                    </m:r>
                    <m:r>
                      <m:rPr>
                        <m:sty m:val="p"/>
                      </m:rPr>
                      <a:rPr lang="en-US" b="0" i="0" smtClean="0">
                        <a:latin typeface="Cambria Math" panose="02040503050406030204" pitchFamily="18" charset="0"/>
                      </a:rPr>
                      <m:t>small</m:t>
                    </m:r>
                    <m:r>
                      <a:rPr lang="en-US">
                        <a:latin typeface="Cambria Math" panose="02040503050406030204" pitchFamily="18" charset="0"/>
                      </a:rPr>
                      <m:t> </m:t>
                    </m:r>
                    <m:groupChr>
                      <m:groupChrPr>
                        <m:chr m:val="→"/>
                        <m:pos m:val="top"/>
                        <m:ctrlPr>
                          <a:rPr lang="en-US" i="1">
                            <a:latin typeface="Cambria Math" panose="02040503050406030204" pitchFamily="18" charset="0"/>
                          </a:rPr>
                        </m:ctrlPr>
                      </m:groupChrPr>
                      <m:e/>
                    </m:groupCh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2</m:t>
                        </m:r>
                      </m:sub>
                    </m:sSub>
                  </m:oMath>
                </a14:m>
                <a:r>
                  <a:rPr lang="en-US" dirty="0"/>
                  <a:t> compensates this ensures no clustering or gaps.</a:t>
                </a:r>
              </a:p>
              <a:p>
                <a:endParaRPr lang="en-US" dirty="0"/>
              </a:p>
              <a:p>
                <a:endParaRPr lang="en-US" dirty="0"/>
              </a:p>
              <a:p>
                <a:r>
                  <a:rPr lang="en-US" dirty="0"/>
                  <a:t>While Brownian motion requires independent increments, Sobol sequences generate structured vectors with dependence across dimensions. This mismatch can degrade performance.</a:t>
                </a:r>
              </a:p>
              <a:p>
                <a:endParaRPr lang="en-US" dirty="0"/>
              </a:p>
              <a:p>
                <a:r>
                  <a:rPr lang="en-US" dirty="0"/>
                  <a:t>We use PCA to concentrate most of the variance into the first few components, while transforming the variables into uncorrelated principal components. </a:t>
                </a:r>
              </a:p>
              <a:p>
                <a:endParaRPr lang="en-US" dirty="0"/>
              </a:p>
              <a:p>
                <a:endParaRPr lang="en-US" dirty="0"/>
              </a:p>
            </p:txBody>
          </p:sp>
        </mc:Choice>
        <mc:Fallback xmlns="">
          <p:sp>
            <p:nvSpPr>
              <p:cNvPr id="2" name="TextBox 1">
                <a:extLst>
                  <a:ext uri="{FF2B5EF4-FFF2-40B4-BE49-F238E27FC236}">
                    <a16:creationId xmlns:a16="http://schemas.microsoft.com/office/drawing/2014/main" id="{0A0691F5-428C-7686-568B-1A9D9D195B70}"/>
                  </a:ext>
                </a:extLst>
              </p:cNvPr>
              <p:cNvSpPr txBox="1">
                <a:spLocks noRot="1" noChangeAspect="1" noMove="1" noResize="1" noEditPoints="1" noAdjustHandles="1" noChangeArrowheads="1" noChangeShapeType="1" noTextEdit="1"/>
              </p:cNvSpPr>
              <p:nvPr/>
            </p:nvSpPr>
            <p:spPr>
              <a:xfrm>
                <a:off x="16379" y="843677"/>
                <a:ext cx="12071684" cy="6002092"/>
              </a:xfrm>
              <a:prstGeom prst="rect">
                <a:avLst/>
              </a:prstGeom>
              <a:blipFill>
                <a:blip r:embed="rId2"/>
                <a:stretch>
                  <a:fillRect l="-455" t="-508" r="-556"/>
                </a:stretch>
              </a:blipFill>
            </p:spPr>
            <p:txBody>
              <a:bodyPr/>
              <a:lstStyle/>
              <a:p>
                <a:r>
                  <a:rPr lang="en-US">
                    <a:noFill/>
                  </a:rPr>
                  <a:t> </a:t>
                </a:r>
              </a:p>
            </p:txBody>
          </p:sp>
        </mc:Fallback>
      </mc:AlternateContent>
    </p:spTree>
    <p:extLst>
      <p:ext uri="{BB962C8B-B14F-4D97-AF65-F5344CB8AC3E}">
        <p14:creationId xmlns:p14="http://schemas.microsoft.com/office/powerpoint/2010/main" val="875149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AF75-70AF-A74E-491C-4DF607A043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D7DE1F-C373-3D3A-0567-143C03DB8F60}"/>
              </a:ext>
            </a:extLst>
          </p:cNvPr>
          <p:cNvSpPr txBox="1"/>
          <p:nvPr/>
        </p:nvSpPr>
        <p:spPr>
          <a:xfrm>
            <a:off x="1096683" y="268668"/>
            <a:ext cx="2117034" cy="369332"/>
          </a:xfrm>
          <a:prstGeom prst="rect">
            <a:avLst/>
          </a:prstGeom>
          <a:noFill/>
          <a:ln>
            <a:solidFill>
              <a:schemeClr val="tx1"/>
            </a:solidFill>
          </a:ln>
        </p:spPr>
        <p:txBody>
          <a:bodyPr wrap="square" rtlCol="0">
            <a:spAutoFit/>
          </a:bodyPr>
          <a:lstStyle/>
          <a:p>
            <a:r>
              <a:rPr lang="en-US" dirty="0"/>
              <a:t>Mathematics review</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179649E-55BA-88A9-7979-3637CE03BE05}"/>
                  </a:ext>
                </a:extLst>
              </p:cNvPr>
              <p:cNvSpPr txBox="1"/>
              <p:nvPr/>
            </p:nvSpPr>
            <p:spPr>
              <a:xfrm>
                <a:off x="16379" y="843677"/>
                <a:ext cx="12071684" cy="5242910"/>
              </a:xfrm>
              <a:prstGeom prst="rect">
                <a:avLst/>
              </a:prstGeom>
              <a:noFill/>
            </p:spPr>
            <p:txBody>
              <a:bodyPr wrap="square" rtlCol="0">
                <a:spAutoFit/>
              </a:bodyPr>
              <a:lstStyle/>
              <a:p>
                <a:r>
                  <a:rPr lang="en-US" dirty="0"/>
                  <a:t>Generated U~</a:t>
                </a:r>
                <a14:m>
                  <m:oMath xmlns:m="http://schemas.openxmlformats.org/officeDocument/2006/math">
                    <m:sSup>
                      <m:sSupPr>
                        <m:ctrlPr>
                          <a:rPr lang="en-US" i="1" smtClean="0">
                            <a:latin typeface="Cambria Math" panose="02040503050406030204" pitchFamily="18" charset="0"/>
                          </a:rPr>
                        </m:ctrlPr>
                      </m:sSupPr>
                      <m:e>
                        <m:r>
                          <m:rPr>
                            <m:nor/>
                          </m:rPr>
                          <a:rPr lang="en-US" dirty="0"/>
                          <m:t>U</m:t>
                        </m:r>
                        <m:r>
                          <m:rPr>
                            <m:nor/>
                          </m:rPr>
                          <a:rPr lang="en-US" dirty="0"/>
                          <m:t>[0,1]</m:t>
                        </m:r>
                      </m:e>
                      <m:sup>
                        <m:r>
                          <a:rPr lang="en-US" b="0" i="1" smtClean="0">
                            <a:latin typeface="Cambria Math" panose="02040503050406030204" pitchFamily="18" charset="0"/>
                          </a:rPr>
                          <m:t>𝑁𝑥𝑚</m:t>
                        </m:r>
                      </m:sup>
                    </m:sSup>
                  </m:oMath>
                </a14:m>
                <a:endParaRPr lang="en-US" dirty="0"/>
              </a:p>
              <a:p>
                <a:r>
                  <a:rPr lang="en-US" dirty="0"/>
                  <a:t>Generated Z=</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−1</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 </m:t>
                    </m:r>
                  </m:oMath>
                </a14:m>
                <a:r>
                  <a:rPr lang="en-US" dirty="0"/>
                  <a:t>  (Correlated)</a:t>
                </a:r>
              </a:p>
              <a:p>
                <a:r>
                  <a:rPr lang="en-US" dirty="0"/>
                  <a:t>Generated time step array – </a:t>
                </a:r>
                <a:r>
                  <a:rPr lang="en-US" dirty="0" err="1"/>
                  <a:t>np.linspace</a:t>
                </a:r>
                <a:r>
                  <a:rPr lang="en-US" dirty="0"/>
                  <a:t>(</a:t>
                </a:r>
                <a:r>
                  <a:rPr lang="en-US" dirty="0" err="1"/>
                  <a:t>dt,T_N,m</a:t>
                </a:r>
                <a:r>
                  <a:rPr lang="en-US" dirty="0"/>
                  <a:t>) where dt=length of one-time step</a:t>
                </a:r>
              </a:p>
              <a:p>
                <a:r>
                  <a:rPr lang="en-US" dirty="0"/>
                  <a:t>Calculated the Cov Matrice of time steps where Cov(</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𝑗</m:t>
                        </m:r>
                      </m:sub>
                    </m:sSub>
                  </m:oMath>
                </a14:m>
                <a:r>
                  <a:rPr lang="en-US" dirty="0"/>
                  <a:t>) = min(</a:t>
                </a:r>
                <a:r>
                  <a:rPr lang="en-US" dirty="0" err="1"/>
                  <a:t>i,j</a:t>
                </a:r>
                <a14:m>
                  <m:oMath xmlns:m="http://schemas.openxmlformats.org/officeDocument/2006/math">
                    <m:r>
                      <a:rPr lang="en-US" b="0" i="1" smtClean="0">
                        <a:latin typeface="Cambria Math" panose="02040503050406030204" pitchFamily="18" charset="0"/>
                      </a:rPr>
                      <m:t>)</m:t>
                    </m:r>
                  </m:oMath>
                </a14:m>
                <a:endParaRPr lang="en-US" dirty="0"/>
              </a:p>
              <a:p>
                <a:r>
                  <a:rPr lang="en-US" dirty="0"/>
                  <a:t>Compute eigen vectors and eigen values of the Cov(T1,T2) and sort them.</a:t>
                </a:r>
              </a:p>
              <a:p>
                <a:endParaRPr lang="en-US" dirty="0"/>
              </a:p>
              <a:p>
                <a:r>
                  <a:rPr lang="en-US" dirty="0"/>
                  <a:t>Constructed transformation matrix: </a:t>
                </a:r>
              </a:p>
              <a:p>
                <a:r>
                  <a:rPr lang="en-US" dirty="0"/>
                  <a:t>L=Q</a:t>
                </a:r>
                <a14:m>
                  <m:oMath xmlns:m="http://schemas.openxmlformats.org/officeDocument/2006/math">
                    <m:sSup>
                      <m:sSupPr>
                        <m:ctrlPr>
                          <a:rPr lang="en-US" i="1" smtClean="0">
                            <a:latin typeface="Cambria Math" panose="02040503050406030204" pitchFamily="18" charset="0"/>
                          </a:rPr>
                        </m:ctrlPr>
                      </m:sSupPr>
                      <m:e>
                        <m:r>
                          <m:rPr>
                            <m:nor/>
                          </m:rPr>
                          <a:rPr lang="el-GR"/>
                          <m:t>Λ</m:t>
                        </m:r>
                      </m:e>
                      <m:sup>
                        <m:r>
                          <a:rPr lang="en-US" b="0" i="1" smtClean="0">
                            <a:latin typeface="Cambria Math" panose="02040503050406030204" pitchFamily="18" charset="0"/>
                          </a:rPr>
                          <m:t>0.5</m:t>
                        </m:r>
                      </m:sup>
                    </m:sSup>
                  </m:oMath>
                </a14:m>
                <a:endParaRPr lang="en-US" dirty="0"/>
              </a:p>
              <a:p>
                <a:endParaRPr lang="en-US" dirty="0"/>
              </a:p>
              <a:p>
                <a:r>
                  <a:rPr lang="en-US" dirty="0"/>
                  <a:t>Generate Brownian paths:</a:t>
                </a:r>
              </a:p>
              <a:p>
                <a:r>
                  <a:rPr lang="en-US" dirty="0"/>
                  <a:t>W=Z</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𝑇</m:t>
                        </m:r>
                      </m:sup>
                    </m:sSup>
                  </m:oMath>
                </a14:m>
                <a:endParaRPr lang="en-US" dirty="0"/>
              </a:p>
              <a:p>
                <a:endParaRPr lang="en-US" dirty="0"/>
              </a:p>
              <a:p>
                <a:r>
                  <a:rPr lang="en-US" dirty="0"/>
                  <a:t>Add initial condition i.e.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0</m:t>
                        </m:r>
                      </m:sub>
                    </m:sSub>
                    <m:r>
                      <a:rPr lang="en-US" b="0" i="1" smtClean="0">
                        <a:latin typeface="Cambria Math" panose="02040503050406030204" pitchFamily="18" charset="0"/>
                      </a:rPr>
                      <m:t>=0</m:t>
                    </m:r>
                  </m:oMath>
                </a14:m>
                <a:endParaRPr lang="en-US" b="0" dirty="0"/>
              </a:p>
              <a:p>
                <a:endParaRPr lang="en-US" dirty="0"/>
              </a:p>
              <a:p>
                <a:r>
                  <a:rPr lang="en-US" dirty="0"/>
                  <a:t>Compute increments </a:t>
                </a:r>
                <a:r>
                  <a:rPr lang="en-US" dirty="0" err="1"/>
                  <a:t>dW</a:t>
                </a:r>
                <a:r>
                  <a:rPr lang="en-US" dirty="0"/>
                  <a: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𝑡</m:t>
                        </m:r>
                      </m:sub>
                    </m:sSub>
                  </m:oMath>
                </a14:m>
                <a:endParaRPr lang="en-US" dirty="0"/>
              </a:p>
              <a:p>
                <a:endParaRPr lang="en-US" dirty="0"/>
              </a:p>
              <a:p>
                <a:r>
                  <a:rPr lang="en-US" dirty="0"/>
                  <a:t>Normalized to obtain normal shocks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𝑑𝑊</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𝑑𝑡</m:t>
                            </m:r>
                          </m:e>
                        </m:rad>
                      </m:den>
                    </m:f>
                  </m:oMath>
                </a14:m>
                <a:endParaRPr lang="en-US" dirty="0"/>
              </a:p>
              <a:p>
                <a:endParaRPr lang="en-US" dirty="0"/>
              </a:p>
            </p:txBody>
          </p:sp>
        </mc:Choice>
        <mc:Fallback xmlns="">
          <p:sp>
            <p:nvSpPr>
              <p:cNvPr id="2" name="TextBox 1">
                <a:extLst>
                  <a:ext uri="{FF2B5EF4-FFF2-40B4-BE49-F238E27FC236}">
                    <a16:creationId xmlns:a16="http://schemas.microsoft.com/office/drawing/2014/main" id="{9179649E-55BA-88A9-7979-3637CE03BE05}"/>
                  </a:ext>
                </a:extLst>
              </p:cNvPr>
              <p:cNvSpPr txBox="1">
                <a:spLocks noRot="1" noChangeAspect="1" noMove="1" noResize="1" noEditPoints="1" noAdjustHandles="1" noChangeArrowheads="1" noChangeShapeType="1" noTextEdit="1"/>
              </p:cNvSpPr>
              <p:nvPr/>
            </p:nvSpPr>
            <p:spPr>
              <a:xfrm>
                <a:off x="16379" y="843677"/>
                <a:ext cx="12071684" cy="5242910"/>
              </a:xfrm>
              <a:prstGeom prst="rect">
                <a:avLst/>
              </a:prstGeom>
              <a:blipFill>
                <a:blip r:embed="rId2"/>
                <a:stretch>
                  <a:fillRect l="-455" t="-465"/>
                </a:stretch>
              </a:blipFill>
            </p:spPr>
            <p:txBody>
              <a:bodyPr/>
              <a:lstStyle/>
              <a:p>
                <a:r>
                  <a:rPr lang="en-US">
                    <a:noFill/>
                  </a:rPr>
                  <a:t> </a:t>
                </a:r>
              </a:p>
            </p:txBody>
          </p:sp>
        </mc:Fallback>
      </mc:AlternateContent>
    </p:spTree>
    <p:extLst>
      <p:ext uri="{BB962C8B-B14F-4D97-AF65-F5344CB8AC3E}">
        <p14:creationId xmlns:p14="http://schemas.microsoft.com/office/powerpoint/2010/main" val="4230689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2777-1B42-E0F6-823B-27293E3CF4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B31A0F-C629-FC0F-AE49-E8ED616718E5}"/>
              </a:ext>
            </a:extLst>
          </p:cNvPr>
          <p:cNvSpPr txBox="1"/>
          <p:nvPr/>
        </p:nvSpPr>
        <p:spPr>
          <a:xfrm>
            <a:off x="1096683" y="268668"/>
            <a:ext cx="2117034" cy="369332"/>
          </a:xfrm>
          <a:prstGeom prst="rect">
            <a:avLst/>
          </a:prstGeom>
          <a:noFill/>
          <a:ln>
            <a:solidFill>
              <a:schemeClr val="tx1"/>
            </a:solidFill>
          </a:ln>
        </p:spPr>
        <p:txBody>
          <a:bodyPr wrap="square" rtlCol="0">
            <a:spAutoFit/>
          </a:bodyPr>
          <a:lstStyle/>
          <a:p>
            <a:r>
              <a:rPr lang="en-US" dirty="0"/>
              <a:t>Results</a:t>
            </a:r>
          </a:p>
        </p:txBody>
      </p:sp>
      <p:pic>
        <p:nvPicPr>
          <p:cNvPr id="5" name="Picture 4">
            <a:extLst>
              <a:ext uri="{FF2B5EF4-FFF2-40B4-BE49-F238E27FC236}">
                <a16:creationId xmlns:a16="http://schemas.microsoft.com/office/drawing/2014/main" id="{E725B2E8-5804-DC81-1C38-2B3C9522F9F7}"/>
              </a:ext>
            </a:extLst>
          </p:cNvPr>
          <p:cNvPicPr>
            <a:picLocks noChangeAspect="1"/>
          </p:cNvPicPr>
          <p:nvPr/>
        </p:nvPicPr>
        <p:blipFill>
          <a:blip r:embed="rId2"/>
          <a:stretch>
            <a:fillRect/>
          </a:stretch>
        </p:blipFill>
        <p:spPr>
          <a:xfrm>
            <a:off x="265541" y="1146969"/>
            <a:ext cx="5486400" cy="4314825"/>
          </a:xfrm>
          <a:prstGeom prst="rect">
            <a:avLst/>
          </a:prstGeom>
        </p:spPr>
      </p:pic>
      <p:pic>
        <p:nvPicPr>
          <p:cNvPr id="7" name="Picture 6">
            <a:extLst>
              <a:ext uri="{FF2B5EF4-FFF2-40B4-BE49-F238E27FC236}">
                <a16:creationId xmlns:a16="http://schemas.microsoft.com/office/drawing/2014/main" id="{7D87D40A-6FCF-CA80-8075-CBC4DE39628C}"/>
              </a:ext>
            </a:extLst>
          </p:cNvPr>
          <p:cNvPicPr>
            <a:picLocks noChangeAspect="1"/>
          </p:cNvPicPr>
          <p:nvPr/>
        </p:nvPicPr>
        <p:blipFill>
          <a:blip r:embed="rId3"/>
          <a:stretch>
            <a:fillRect/>
          </a:stretch>
        </p:blipFill>
        <p:spPr>
          <a:xfrm>
            <a:off x="6592447" y="1818640"/>
            <a:ext cx="4522593" cy="267208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DEA1F12-F141-5CDB-C97A-F8C2D6AB2F83}"/>
                  </a:ext>
                </a:extLst>
              </p:cNvPr>
              <p:cNvSpPr txBox="1"/>
              <p:nvPr/>
            </p:nvSpPr>
            <p:spPr>
              <a:xfrm>
                <a:off x="3844031" y="5548543"/>
                <a:ext cx="5907401" cy="669992"/>
              </a:xfrm>
              <a:prstGeom prst="rect">
                <a:avLst/>
              </a:prstGeom>
              <a:noFill/>
              <a:ln>
                <a:solidFill>
                  <a:schemeClr val="tx1"/>
                </a:solidFill>
              </a:ln>
            </p:spPr>
            <p:txBody>
              <a:bodyPr wrap="square" rtlCol="0">
                <a:spAutoFit/>
              </a:bodyPr>
              <a:lstStyle/>
              <a:p>
                <a:pPr algn="ctr"/>
                <a:r>
                  <a:rPr lang="en-US" dirty="0"/>
                  <a:t>Number of iterations in the scale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sup>
                    </m:sSup>
                  </m:oMath>
                </a14:m>
                <a:r>
                  <a:rPr lang="en-US" dirty="0"/>
                  <a:t> where the number of simulations for Sobol was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14−</m:t>
                        </m:r>
                        <m:r>
                          <a:rPr lang="en-US" b="0" i="1" smtClean="0">
                            <a:latin typeface="Cambria Math" panose="02040503050406030204" pitchFamily="18" charset="0"/>
                          </a:rPr>
                          <m:t>𝑖</m:t>
                        </m:r>
                      </m:sup>
                    </m:sSup>
                  </m:oMath>
                </a14:m>
                <a:r>
                  <a:rPr lang="en-US" dirty="0"/>
                  <a:t>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14</m:t>
                        </m:r>
                      </m:sup>
                    </m:sSup>
                  </m:oMath>
                </a14:m>
                <a:r>
                  <a:rPr lang="en-US" dirty="0"/>
                  <a:t> </a:t>
                </a:r>
                <a:r>
                  <a:rPr lang="en-US"/>
                  <a:t>for VMC </a:t>
                </a:r>
                <a:endParaRPr lang="en-US" dirty="0"/>
              </a:p>
            </p:txBody>
          </p:sp>
        </mc:Choice>
        <mc:Fallback>
          <p:sp>
            <p:nvSpPr>
              <p:cNvPr id="2" name="TextBox 1">
                <a:extLst>
                  <a:ext uri="{FF2B5EF4-FFF2-40B4-BE49-F238E27FC236}">
                    <a16:creationId xmlns:a16="http://schemas.microsoft.com/office/drawing/2014/main" id="{1DEA1F12-F141-5CDB-C97A-F8C2D6AB2F83}"/>
                  </a:ext>
                </a:extLst>
              </p:cNvPr>
              <p:cNvSpPr txBox="1">
                <a:spLocks noRot="1" noChangeAspect="1" noMove="1" noResize="1" noEditPoints="1" noAdjustHandles="1" noChangeArrowheads="1" noChangeShapeType="1" noTextEdit="1"/>
              </p:cNvSpPr>
              <p:nvPr/>
            </p:nvSpPr>
            <p:spPr>
              <a:xfrm>
                <a:off x="3844031" y="5548543"/>
                <a:ext cx="5907401" cy="669992"/>
              </a:xfrm>
              <a:prstGeom prst="rect">
                <a:avLst/>
              </a:prstGeom>
              <a:blipFill>
                <a:blip r:embed="rId4"/>
                <a:stretch>
                  <a:fillRect t="-1786" b="-12500"/>
                </a:stretch>
              </a:blipFill>
              <a:ln>
                <a:solidFill>
                  <a:schemeClr val="tx1"/>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FA2403DE-8680-2613-1FAF-C968FC7378A5}"/>
              </a:ext>
            </a:extLst>
          </p:cNvPr>
          <p:cNvCxnSpPr/>
          <p:nvPr/>
        </p:nvCxnSpPr>
        <p:spPr>
          <a:xfrm flipH="1" flipV="1">
            <a:off x="3373515" y="5461794"/>
            <a:ext cx="328473" cy="421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94CA01-1883-D3B8-6241-AFDA0F8DAF9E}"/>
              </a:ext>
            </a:extLst>
          </p:cNvPr>
          <p:cNvCxnSpPr>
            <a:cxnSpLocks/>
          </p:cNvCxnSpPr>
          <p:nvPr/>
        </p:nvCxnSpPr>
        <p:spPr>
          <a:xfrm flipV="1">
            <a:off x="7627398" y="4577469"/>
            <a:ext cx="628835" cy="864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CEDB013-F9B2-E1CB-696F-9232121DF0B2}"/>
              </a:ext>
            </a:extLst>
          </p:cNvPr>
          <p:cNvSpPr txBox="1"/>
          <p:nvPr/>
        </p:nvSpPr>
        <p:spPr>
          <a:xfrm>
            <a:off x="7634399" y="1211212"/>
            <a:ext cx="1518480" cy="369332"/>
          </a:xfrm>
          <a:prstGeom prst="rect">
            <a:avLst/>
          </a:prstGeom>
          <a:noFill/>
          <a:ln>
            <a:solidFill>
              <a:schemeClr val="tx1"/>
            </a:solidFill>
          </a:ln>
        </p:spPr>
        <p:txBody>
          <a:bodyPr wrap="square" rtlCol="0">
            <a:spAutoFit/>
          </a:bodyPr>
          <a:lstStyle/>
          <a:p>
            <a:r>
              <a:rPr lang="en-US" dirty="0"/>
              <a:t>Mean Estimate</a:t>
            </a:r>
          </a:p>
        </p:txBody>
      </p:sp>
      <p:sp>
        <p:nvSpPr>
          <p:cNvPr id="11" name="TextBox 10">
            <a:extLst>
              <a:ext uri="{FF2B5EF4-FFF2-40B4-BE49-F238E27FC236}">
                <a16:creationId xmlns:a16="http://schemas.microsoft.com/office/drawing/2014/main" id="{94D951F4-D751-DE34-1322-D068EF5A7157}"/>
              </a:ext>
            </a:extLst>
          </p:cNvPr>
          <p:cNvSpPr txBox="1"/>
          <p:nvPr/>
        </p:nvSpPr>
        <p:spPr>
          <a:xfrm rot="16200000">
            <a:off x="222716" y="3016843"/>
            <a:ext cx="454981" cy="369332"/>
          </a:xfrm>
          <a:prstGeom prst="rect">
            <a:avLst/>
          </a:prstGeom>
          <a:solidFill>
            <a:schemeClr val="bg1"/>
          </a:solidFill>
          <a:ln>
            <a:noFill/>
          </a:ln>
        </p:spPr>
        <p:txBody>
          <a:bodyPr wrap="square" rtlCol="0">
            <a:spAutoFit/>
          </a:bodyPr>
          <a:lstStyle/>
          <a:p>
            <a:r>
              <a:rPr lang="en-US" dirty="0"/>
              <a:t>SE</a:t>
            </a:r>
          </a:p>
        </p:txBody>
      </p:sp>
      <p:sp>
        <p:nvSpPr>
          <p:cNvPr id="12" name="TextBox 11">
            <a:extLst>
              <a:ext uri="{FF2B5EF4-FFF2-40B4-BE49-F238E27FC236}">
                <a16:creationId xmlns:a16="http://schemas.microsoft.com/office/drawing/2014/main" id="{7EA3A435-E4A0-5FA2-BA94-6EB642F985AE}"/>
              </a:ext>
            </a:extLst>
          </p:cNvPr>
          <p:cNvSpPr txBox="1"/>
          <p:nvPr/>
        </p:nvSpPr>
        <p:spPr>
          <a:xfrm>
            <a:off x="2238483" y="1060220"/>
            <a:ext cx="2101745" cy="369332"/>
          </a:xfrm>
          <a:prstGeom prst="rect">
            <a:avLst/>
          </a:prstGeom>
          <a:solidFill>
            <a:schemeClr val="bg1"/>
          </a:solidFill>
          <a:ln>
            <a:noFill/>
          </a:ln>
        </p:spPr>
        <p:txBody>
          <a:bodyPr wrap="square" rtlCol="0">
            <a:spAutoFit/>
          </a:bodyPr>
          <a:lstStyle/>
          <a:p>
            <a:pPr algn="ctr"/>
            <a:r>
              <a:rPr lang="en-US" dirty="0"/>
              <a:t>SE Comparison</a:t>
            </a:r>
          </a:p>
        </p:txBody>
      </p:sp>
    </p:spTree>
    <p:extLst>
      <p:ext uri="{BB962C8B-B14F-4D97-AF65-F5344CB8AC3E}">
        <p14:creationId xmlns:p14="http://schemas.microsoft.com/office/powerpoint/2010/main" val="357151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C04E-DDD6-2699-60E3-BB7D8FF7E4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AAB915-9714-1B8D-CD97-875B72D1135B}"/>
              </a:ext>
            </a:extLst>
          </p:cNvPr>
          <p:cNvSpPr>
            <a:spLocks noGrp="1"/>
          </p:cNvSpPr>
          <p:nvPr>
            <p:ph idx="1"/>
          </p:nvPr>
        </p:nvSpPr>
        <p:spPr/>
        <p:txBody>
          <a:bodyPr>
            <a:normAutofit/>
          </a:bodyPr>
          <a:lstStyle/>
          <a:p>
            <a:pPr marL="0" indent="0" algn="ctr">
              <a:buNone/>
            </a:pPr>
            <a:r>
              <a:rPr lang="en-US" sz="10000" dirty="0"/>
              <a:t>THANK YOU</a:t>
            </a:r>
          </a:p>
        </p:txBody>
      </p:sp>
    </p:spTree>
    <p:extLst>
      <p:ext uri="{BB962C8B-B14F-4D97-AF65-F5344CB8AC3E}">
        <p14:creationId xmlns:p14="http://schemas.microsoft.com/office/powerpoint/2010/main" val="2274272223"/>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otalTime>3994</TotalTime>
  <Words>2596</Words>
  <Application>Microsoft Office PowerPoint</Application>
  <PresentationFormat>Widescreen</PresentationFormat>
  <Paragraphs>253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Cambria Math</vt:lpstr>
      <vt:lpstr>Tw Cen MT</vt:lpstr>
      <vt:lpstr>Wingdings</vt:lpstr>
      <vt:lpstr>GradientRiseVTI</vt:lpstr>
      <vt:lpstr>Modeling path dependent financial products using monte carlo approach</vt:lpstr>
      <vt:lpstr>What is Monte carlo?</vt:lpstr>
      <vt:lpstr>Why is it very popular In finance</vt:lpstr>
      <vt:lpstr>Standard error v/s standard deviation</vt:lpstr>
      <vt:lpstr>ACBRC (Autocall barrier reverse convertible)</vt:lpstr>
      <vt:lpstr>Generating the data to get the mean payout</vt:lpstr>
      <vt:lpstr>Generating simulations and getting the payout</vt:lpstr>
      <vt:lpstr>Average Payout computation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Aarsh Sachdeva</dc:creator>
  <cp:lastModifiedBy>Aarsh Sachdeva</cp:lastModifiedBy>
  <cp:revision>1</cp:revision>
  <dcterms:created xsi:type="dcterms:W3CDTF">2026-04-15T02:47:49Z</dcterms:created>
  <dcterms:modified xsi:type="dcterms:W3CDTF">2026-04-17T22:43:23Z</dcterms:modified>
</cp:coreProperties>
</file>